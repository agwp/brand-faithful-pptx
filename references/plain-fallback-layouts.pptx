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.xml" ContentType="application/vnd.openxmlformats-officedocument.drawingml.chart+xml"/>
  <Override PartName="/ppt/charts/chart20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3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4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5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6.xlsx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7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8.xlsx"/></Relationships>
</file>

<file path=ppt/charts/_rels/chart1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9.xlsx"/></Relationships>
</file>

<file path=ppt/charts/_rels/chart2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2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Adoption</c:v>
                </c:pt>
              </c:strCache>
            </c:strRef>
          </c:tx>
          <c:dLbls>
            <c:numFmt formatCode="#,##0" sourceLinked="0"/>
            <c:spPr>
              <a:noFill/>
              <a:ln>
                <a:noFill/>
              </a:ln>
            </c:spPr>
            <c:dLblPos val="outEnd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Sheet1!$A$2:$A$5</c:f>
              <c:strCache>
                <c:ptCount val="4"/>
                <c:pt idx="0">
                  <c:v>North</c:v>
                </c:pt>
                <c:pt idx="1">
                  <c:v>Central</c:v>
                </c:pt>
                <c:pt idx="2">
                  <c:v>South</c:v>
                </c:pt>
                <c:pt idx="3">
                  <c:v>West</c:v>
                </c:pt>
              </c:strCache>
            </c:strRef>
          </c:cat>
          <c:val>
            <c:numRef>
              <c:f>Sheet1!$B$2:$B$5</c:f>
              <c:numCache>
                <c:formatCode>0</c:formatCode>
                <c:ptCount val="4"/>
                <c:pt idx="0">
                  <c:v>42</c:v>
                </c:pt>
                <c:pt idx="1">
                  <c:v>36</c:v>
                </c:pt>
                <c:pt idx="2">
                  <c:v>31</c:v>
                </c:pt>
                <c:pt idx="3">
                  <c:v>25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4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2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Actual</c:v>
                </c:pt>
              </c:strCache>
            </c:strRef>
          </c:tx>
          <c:dLbls>
            <c:numFmt formatCode="#,##0" sourceLinked="0"/>
            <c:spPr>
              <a:noFill/>
              <a:ln>
                <a:noFill/>
              </a:ln>
            </c:spPr>
            <c:dLblPos val="outEnd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Sheet1!$A$2:$A$5</c:f>
              <c:strCache>
                <c:ptCount val="4"/>
                <c:pt idx="0">
                  <c:v>North</c:v>
                </c:pt>
                <c:pt idx="1">
                  <c:v>Central</c:v>
                </c:pt>
                <c:pt idx="2">
                  <c:v>South</c:v>
                </c:pt>
                <c:pt idx="3">
                  <c:v>West</c:v>
                </c:pt>
              </c:strCache>
            </c:strRef>
          </c:cat>
          <c:val>
            <c:numRef>
              <c:f>Sheet1!$B$2:$B$5</c:f>
              <c:numCache>
                <c:formatCode>0</c:formatCode>
                <c:ptCount val="4"/>
                <c:pt idx="0">
                  <c:v>42</c:v>
                </c:pt>
                <c:pt idx="1">
                  <c:v>36</c:v>
                </c:pt>
                <c:pt idx="2">
                  <c:v>31</c:v>
                </c:pt>
                <c:pt idx="3">
                  <c:v>25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Target</c:v>
                </c:pt>
              </c:strCache>
            </c:strRef>
          </c:tx>
          <c:dLbls>
            <c:numFmt formatCode="#,##0" sourceLinked="0"/>
            <c:spPr>
              <a:noFill/>
              <a:ln>
                <a:noFill/>
              </a:ln>
            </c:spPr>
            <c:dLblPos val="outEnd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Sheet1!$A$2:$A$5</c:f>
              <c:strCache>
                <c:ptCount val="4"/>
                <c:pt idx="0">
                  <c:v>North</c:v>
                </c:pt>
                <c:pt idx="1">
                  <c:v>Central</c:v>
                </c:pt>
                <c:pt idx="2">
                  <c:v>South</c:v>
                </c:pt>
                <c:pt idx="3">
                  <c:v>West</c:v>
                </c:pt>
              </c:strCache>
            </c:strRef>
          </c:cat>
          <c:val>
            <c:numRef>
              <c:f>Sheet1!$C$2:$C$5</c:f>
              <c:numCache>
                <c:formatCode>0</c:formatCode>
                <c:ptCount val="4"/>
                <c:pt idx="0">
                  <c:v>35</c:v>
                </c:pt>
                <c:pt idx="1">
                  <c:v>33</c:v>
                </c:pt>
                <c:pt idx="2">
                  <c:v>28</c:v>
                </c:pt>
                <c:pt idx="3">
                  <c:v>22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4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2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Online</c:v>
                </c:pt>
              </c:strCache>
            </c:strRef>
          </c:tx>
          <c:dLbls>
            <c:numFmt formatCode="#,##0" sourceLinked="0"/>
            <c:spPr>
              <a:noFill/>
              <a:ln>
                <a:noFill/>
              </a:ln>
            </c:spPr>
            <c:dLblPos val="outEnd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Sheet1!$A$2:$A$5</c:f>
              <c:strCache>
                <c:ptCount val="4"/>
                <c:pt idx="0">
                  <c:v>North</c:v>
                </c:pt>
                <c:pt idx="1">
                  <c:v>Central</c:v>
                </c:pt>
                <c:pt idx="2">
                  <c:v>South</c:v>
                </c:pt>
                <c:pt idx="3">
                  <c:v>West</c:v>
                </c:pt>
              </c:strCache>
            </c:strRef>
          </c:cat>
          <c:val>
            <c:numRef>
              <c:f>Sheet1!$B$2:$B$5</c:f>
              <c:numCache>
                <c:formatCode>0</c:formatCode>
                <c:ptCount val="4"/>
                <c:pt idx="0">
                  <c:v>42</c:v>
                </c:pt>
                <c:pt idx="1">
                  <c:v>36</c:v>
                </c:pt>
                <c:pt idx="2">
                  <c:v>31</c:v>
                </c:pt>
                <c:pt idx="3">
                  <c:v>25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Retail</c:v>
                </c:pt>
              </c:strCache>
            </c:strRef>
          </c:tx>
          <c:dLbls>
            <c:numFmt formatCode="#,##0" sourceLinked="0"/>
            <c:spPr>
              <a:noFill/>
              <a:ln>
                <a:noFill/>
              </a:ln>
            </c:spPr>
            <c:dLblPos val="outEnd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Sheet1!$A$2:$A$5</c:f>
              <c:strCache>
                <c:ptCount val="4"/>
                <c:pt idx="0">
                  <c:v>North</c:v>
                </c:pt>
                <c:pt idx="1">
                  <c:v>Central</c:v>
                </c:pt>
                <c:pt idx="2">
                  <c:v>South</c:v>
                </c:pt>
                <c:pt idx="3">
                  <c:v>West</c:v>
                </c:pt>
              </c:strCache>
            </c:strRef>
          </c:cat>
          <c:val>
            <c:numRef>
              <c:f>Sheet1!$C$2:$C$5</c:f>
              <c:numCache>
                <c:formatCode>0</c:formatCode>
                <c:ptCount val="4"/>
                <c:pt idx="0">
                  <c:v>35</c:v>
                </c:pt>
                <c:pt idx="1">
                  <c:v>33</c:v>
                </c:pt>
                <c:pt idx="2">
                  <c:v>28</c:v>
                </c:pt>
                <c:pt idx="3">
                  <c:v>22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Partner</c:v>
                </c:pt>
              </c:strCache>
            </c:strRef>
          </c:tx>
          <c:dLbls>
            <c:numFmt formatCode="#,##0" sourceLinked="0"/>
            <c:spPr>
              <a:noFill/>
              <a:ln>
                <a:noFill/>
              </a:ln>
            </c:spPr>
            <c:dLblPos val="outEnd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Sheet1!$A$2:$A$5</c:f>
              <c:strCache>
                <c:ptCount val="4"/>
                <c:pt idx="0">
                  <c:v>North</c:v>
                </c:pt>
                <c:pt idx="1">
                  <c:v>Central</c:v>
                </c:pt>
                <c:pt idx="2">
                  <c:v>South</c:v>
                </c:pt>
                <c:pt idx="3">
                  <c:v>West</c:v>
                </c:pt>
              </c:strCache>
            </c:strRef>
          </c:cat>
          <c:val>
            <c:numRef>
              <c:f>Sheet1!$D$2:$D$5</c:f>
              <c:numCache>
                <c:formatCode>0</c:formatCode>
                <c:ptCount val="4"/>
                <c:pt idx="0">
                  <c:v>24</c:v>
                </c:pt>
                <c:pt idx="1">
                  <c:v>27</c:v>
                </c:pt>
                <c:pt idx="2">
                  <c:v>19</c:v>
                </c:pt>
                <c:pt idx="3">
                  <c:v>17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4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2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Online</c:v>
                </c:pt>
              </c:strCache>
            </c:strRef>
          </c:tx>
          <c:dLbls>
            <c:numFmt formatCode="#,##0" sourceLinked="0"/>
            <c:spPr>
              <a:noFill/>
              <a:ln>
                <a:noFill/>
              </a:ln>
            </c:spPr>
            <c:txPr>
              <a:bodyPr/>
              <a:lstStyle/>
              <a:p>
                <a:pPr>
                  <a:defRPr>
                    <a:solidFill>
                      <a:schemeClr val="bg1"/>
                    </a:solidFill>
                  </a:defRPr>
                </a:pPr>
                <a:endParaRPr lang="en-GB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Sheet1!$A$2:$A$5</c:f>
              <c:strCache>
                <c:ptCount val="4"/>
                <c:pt idx="0">
                  <c:v>North</c:v>
                </c:pt>
                <c:pt idx="1">
                  <c:v>Central</c:v>
                </c:pt>
                <c:pt idx="2">
                  <c:v>South</c:v>
                </c:pt>
                <c:pt idx="3">
                  <c:v>West</c:v>
                </c:pt>
              </c:strCache>
            </c:strRef>
          </c:cat>
          <c:val>
            <c:numRef>
              <c:f>Sheet1!$B$2:$B$5</c:f>
              <c:numCache>
                <c:formatCode>0</c:formatCode>
                <c:ptCount val="4"/>
                <c:pt idx="0">
                  <c:v>42</c:v>
                </c:pt>
                <c:pt idx="1">
                  <c:v>36</c:v>
                </c:pt>
                <c:pt idx="2">
                  <c:v>31</c:v>
                </c:pt>
                <c:pt idx="3">
                  <c:v>25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Retail</c:v>
                </c:pt>
              </c:strCache>
            </c:strRef>
          </c:tx>
          <c:dLbls>
            <c:numFmt formatCode="#,##0" sourceLinked="0"/>
            <c:spPr>
              <a:noFill/>
              <a:ln>
                <a:noFill/>
              </a:ln>
            </c:spPr>
            <c:txPr>
              <a:bodyPr/>
              <a:lstStyle/>
              <a:p>
                <a:pPr>
                  <a:defRPr>
                    <a:solidFill>
                      <a:schemeClr val="bg1"/>
                    </a:solidFill>
                  </a:defRPr>
                </a:pPr>
                <a:endParaRPr lang="en-GB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Sheet1!$A$2:$A$5</c:f>
              <c:strCache>
                <c:ptCount val="4"/>
                <c:pt idx="0">
                  <c:v>North</c:v>
                </c:pt>
                <c:pt idx="1">
                  <c:v>Central</c:v>
                </c:pt>
                <c:pt idx="2">
                  <c:v>South</c:v>
                </c:pt>
                <c:pt idx="3">
                  <c:v>West</c:v>
                </c:pt>
              </c:strCache>
            </c:strRef>
          </c:cat>
          <c:val>
            <c:numRef>
              <c:f>Sheet1!$C$2:$C$5</c:f>
              <c:numCache>
                <c:formatCode>0</c:formatCode>
                <c:ptCount val="4"/>
                <c:pt idx="0">
                  <c:v>35</c:v>
                </c:pt>
                <c:pt idx="1">
                  <c:v>33</c:v>
                </c:pt>
                <c:pt idx="2">
                  <c:v>28</c:v>
                </c:pt>
                <c:pt idx="3">
                  <c:v>22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Partner</c:v>
                </c:pt>
              </c:strCache>
            </c:strRef>
          </c:tx>
          <c:dLbls>
            <c:numFmt formatCode="#,##0" sourceLinked="0"/>
            <c:spPr>
              <a:noFill/>
              <a:ln>
                <a:noFill/>
              </a:ln>
            </c:spPr>
            <c:txPr>
              <a:bodyPr/>
              <a:lstStyle/>
              <a:p>
                <a:pPr>
                  <a:defRPr>
                    <a:solidFill>
                      <a:schemeClr val="bg1"/>
                    </a:solidFill>
                  </a:defRPr>
                </a:pPr>
                <a:endParaRPr lang="en-GB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Sheet1!$A$2:$A$5</c:f>
              <c:strCache>
                <c:ptCount val="4"/>
                <c:pt idx="0">
                  <c:v>North</c:v>
                </c:pt>
                <c:pt idx="1">
                  <c:v>Central</c:v>
                </c:pt>
                <c:pt idx="2">
                  <c:v>South</c:v>
                </c:pt>
                <c:pt idx="3">
                  <c:v>West</c:v>
                </c:pt>
              </c:strCache>
            </c:strRef>
          </c:cat>
          <c:val>
            <c:numRef>
              <c:f>Sheet1!$D$2:$D$5</c:f>
              <c:numCache>
                <c:formatCode>0</c:formatCode>
                <c:ptCount val="4"/>
                <c:pt idx="0">
                  <c:v>24</c:v>
                </c:pt>
                <c:pt idx="1">
                  <c:v>27</c:v>
                </c:pt>
                <c:pt idx="2">
                  <c:v>19</c:v>
                </c:pt>
                <c:pt idx="3">
                  <c:v>17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4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2"/>
  <c:chart>
    <c:autoTitleDeleted val="1"/>
    <c:plotArea>
      <c:barChart>
        <c:barDir val="col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Online</c:v>
                </c:pt>
              </c:strCache>
            </c:strRef>
          </c:tx>
          <c:dLbls>
            <c:numFmt formatCode="0%" sourceLinked="0"/>
            <c:spPr>
              <a:noFill/>
              <a:ln>
                <a:noFill/>
              </a:ln>
            </c:spPr>
            <c:txPr>
              <a:bodyPr/>
              <a:lstStyle/>
              <a:p>
                <a:pPr>
                  <a:defRPr>
                    <a:solidFill>
                      <a:schemeClr val="bg1"/>
                    </a:solidFill>
                  </a:defRPr>
                </a:pPr>
                <a:endParaRPr lang="en-GB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Sheet1!$A$2:$A$5</c:f>
              <c:strCache>
                <c:ptCount val="4"/>
                <c:pt idx="0">
                  <c:v>North</c:v>
                </c:pt>
                <c:pt idx="1">
                  <c:v>Central</c:v>
                </c:pt>
                <c:pt idx="2">
                  <c:v>South</c:v>
                </c:pt>
                <c:pt idx="3">
                  <c:v>West</c:v>
                </c:pt>
              </c:strCache>
            </c:strRef>
          </c:cat>
          <c:val>
            <c:numRef>
              <c:f>Sheet1!$B$2:$B$5</c:f>
              <c:numCache>
                <c:formatCode>0%</c:formatCode>
                <c:ptCount val="4"/>
                <c:pt idx="0">
                  <c:v>0.416</c:v>
                </c:pt>
                <c:pt idx="1">
                  <c:v>0.375</c:v>
                </c:pt>
                <c:pt idx="2">
                  <c:v>0.397</c:v>
                </c:pt>
                <c:pt idx="3">
                  <c:v>0.391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Retail</c:v>
                </c:pt>
              </c:strCache>
            </c:strRef>
          </c:tx>
          <c:dLbls>
            <c:numFmt formatCode="0%" sourceLinked="0"/>
            <c:spPr>
              <a:noFill/>
              <a:ln>
                <a:noFill/>
              </a:ln>
            </c:spPr>
            <c:txPr>
              <a:bodyPr/>
              <a:lstStyle/>
              <a:p>
                <a:pPr>
                  <a:defRPr>
                    <a:solidFill>
                      <a:schemeClr val="bg1"/>
                    </a:solidFill>
                  </a:defRPr>
                </a:pPr>
                <a:endParaRPr lang="en-GB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Sheet1!$A$2:$A$5</c:f>
              <c:strCache>
                <c:ptCount val="4"/>
                <c:pt idx="0">
                  <c:v>North</c:v>
                </c:pt>
                <c:pt idx="1">
                  <c:v>Central</c:v>
                </c:pt>
                <c:pt idx="2">
                  <c:v>South</c:v>
                </c:pt>
                <c:pt idx="3">
                  <c:v>West</c:v>
                </c:pt>
              </c:strCache>
            </c:strRef>
          </c:cat>
          <c:val>
            <c:numRef>
              <c:f>Sheet1!$C$2:$C$5</c:f>
              <c:numCache>
                <c:formatCode>0%</c:formatCode>
                <c:ptCount val="4"/>
                <c:pt idx="0">
                  <c:v>0.347</c:v>
                </c:pt>
                <c:pt idx="1">
                  <c:v>0.344</c:v>
                </c:pt>
                <c:pt idx="2">
                  <c:v>0.359</c:v>
                </c:pt>
                <c:pt idx="3">
                  <c:v>0.344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Partner</c:v>
                </c:pt>
              </c:strCache>
            </c:strRef>
          </c:tx>
          <c:dLbls>
            <c:numFmt formatCode="0%" sourceLinked="0"/>
            <c:spPr>
              <a:noFill/>
              <a:ln>
                <a:noFill/>
              </a:ln>
            </c:spPr>
            <c:txPr>
              <a:bodyPr/>
              <a:lstStyle/>
              <a:p>
                <a:pPr>
                  <a:defRPr>
                    <a:solidFill>
                      <a:schemeClr val="bg1"/>
                    </a:solidFill>
                  </a:defRPr>
                </a:pPr>
                <a:endParaRPr lang="en-GB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Sheet1!$A$2:$A$5</c:f>
              <c:strCache>
                <c:ptCount val="4"/>
                <c:pt idx="0">
                  <c:v>North</c:v>
                </c:pt>
                <c:pt idx="1">
                  <c:v>Central</c:v>
                </c:pt>
                <c:pt idx="2">
                  <c:v>South</c:v>
                </c:pt>
                <c:pt idx="3">
                  <c:v>West</c:v>
                </c:pt>
              </c:strCache>
            </c:strRef>
          </c:cat>
          <c:val>
            <c:numRef>
              <c:f>Sheet1!$D$2:$D$5</c:f>
              <c:numCache>
                <c:formatCode>0%</c:formatCode>
                <c:ptCount val="4"/>
                <c:pt idx="0">
                  <c:v>0.237</c:v>
                </c:pt>
                <c:pt idx="1">
                  <c:v>0.281</c:v>
                </c:pt>
                <c:pt idx="2">
                  <c:v>0.244</c:v>
                </c:pt>
                <c:pt idx="3">
                  <c:v>0.265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4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2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Adoption</c:v>
                </c:pt>
              </c:strCache>
            </c:strRef>
          </c:tx>
          <c:dLbls>
            <c:numFmt formatCode="#,##0" sourceLinked="0"/>
            <c:spPr>
              <a:noFill/>
              <a:ln>
                <a:noFill/>
              </a:ln>
            </c:spPr>
            <c:dLblPos val="outEnd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Sheet1!$A$2:$A$5</c:f>
              <c:strCache>
                <c:ptCount val="4"/>
                <c:pt idx="0">
                  <c:v>North</c:v>
                </c:pt>
                <c:pt idx="1">
                  <c:v>Central</c:v>
                </c:pt>
                <c:pt idx="2">
                  <c:v>South</c:v>
                </c:pt>
                <c:pt idx="3">
                  <c:v>West</c:v>
                </c:pt>
              </c:strCache>
            </c:strRef>
          </c:cat>
          <c:val>
            <c:numRef>
              <c:f>Sheet1!$B$2:$B$5</c:f>
              <c:numCache>
                <c:formatCode>0</c:formatCode>
                <c:ptCount val="4"/>
                <c:pt idx="0">
                  <c:v>42</c:v>
                </c:pt>
                <c:pt idx="1">
                  <c:v>36</c:v>
                </c:pt>
                <c:pt idx="2">
                  <c:v>31</c:v>
                </c:pt>
                <c:pt idx="3">
                  <c:v>25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4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2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Actual</c:v>
                </c:pt>
              </c:strCache>
            </c:strRef>
          </c:tx>
          <c:dLbls>
            <c:numFmt formatCode="#,##0" sourceLinked="0"/>
            <c:spPr>
              <a:noFill/>
              <a:ln>
                <a:noFill/>
              </a:ln>
            </c:spPr>
            <c:dLblPos val="outEnd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Sheet1!$A$2:$A$5</c:f>
              <c:strCache>
                <c:ptCount val="4"/>
                <c:pt idx="0">
                  <c:v>North</c:v>
                </c:pt>
                <c:pt idx="1">
                  <c:v>Central</c:v>
                </c:pt>
                <c:pt idx="2">
                  <c:v>South</c:v>
                </c:pt>
                <c:pt idx="3">
                  <c:v>West</c:v>
                </c:pt>
              </c:strCache>
            </c:strRef>
          </c:cat>
          <c:val>
            <c:numRef>
              <c:f>Sheet1!$B$2:$B$5</c:f>
              <c:numCache>
                <c:formatCode>0</c:formatCode>
                <c:ptCount val="4"/>
                <c:pt idx="0">
                  <c:v>42</c:v>
                </c:pt>
                <c:pt idx="1">
                  <c:v>36</c:v>
                </c:pt>
                <c:pt idx="2">
                  <c:v>31</c:v>
                </c:pt>
                <c:pt idx="3">
                  <c:v>25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Target</c:v>
                </c:pt>
              </c:strCache>
            </c:strRef>
          </c:tx>
          <c:dLbls>
            <c:numFmt formatCode="#,##0" sourceLinked="0"/>
            <c:spPr>
              <a:noFill/>
              <a:ln>
                <a:noFill/>
              </a:ln>
            </c:spPr>
            <c:dLblPos val="outEnd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Sheet1!$A$2:$A$5</c:f>
              <c:strCache>
                <c:ptCount val="4"/>
                <c:pt idx="0">
                  <c:v>North</c:v>
                </c:pt>
                <c:pt idx="1">
                  <c:v>Central</c:v>
                </c:pt>
                <c:pt idx="2">
                  <c:v>South</c:v>
                </c:pt>
                <c:pt idx="3">
                  <c:v>West</c:v>
                </c:pt>
              </c:strCache>
            </c:strRef>
          </c:cat>
          <c:val>
            <c:numRef>
              <c:f>Sheet1!$C$2:$C$5</c:f>
              <c:numCache>
                <c:formatCode>0</c:formatCode>
                <c:ptCount val="4"/>
                <c:pt idx="0">
                  <c:v>35</c:v>
                </c:pt>
                <c:pt idx="1">
                  <c:v>33</c:v>
                </c:pt>
                <c:pt idx="2">
                  <c:v>28</c:v>
                </c:pt>
                <c:pt idx="3">
                  <c:v>22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4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2"/>
  <c:chart>
    <c:autoTitleDeleted val="1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Online</c:v>
                </c:pt>
              </c:strCache>
            </c:strRef>
          </c:tx>
          <c:dLbls>
            <c:numFmt formatCode="#,##0" sourceLinked="0"/>
            <c:spPr>
              <a:noFill/>
              <a:ln>
                <a:noFill/>
              </a:ln>
            </c:spPr>
            <c:txPr>
              <a:bodyPr/>
              <a:lstStyle/>
              <a:p>
                <a:pPr>
                  <a:defRPr>
                    <a:solidFill>
                      <a:schemeClr val="bg1"/>
                    </a:solidFill>
                  </a:defRPr>
                </a:pPr>
                <a:endParaRPr lang="en-GB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Sheet1!$A$2:$A$5</c:f>
              <c:strCache>
                <c:ptCount val="4"/>
                <c:pt idx="0">
                  <c:v>North</c:v>
                </c:pt>
                <c:pt idx="1">
                  <c:v>Central</c:v>
                </c:pt>
                <c:pt idx="2">
                  <c:v>South</c:v>
                </c:pt>
                <c:pt idx="3">
                  <c:v>West</c:v>
                </c:pt>
              </c:strCache>
            </c:strRef>
          </c:cat>
          <c:val>
            <c:numRef>
              <c:f>Sheet1!$B$2:$B$5</c:f>
              <c:numCache>
                <c:formatCode>0</c:formatCode>
                <c:ptCount val="4"/>
                <c:pt idx="0">
                  <c:v>42</c:v>
                </c:pt>
                <c:pt idx="1">
                  <c:v>36</c:v>
                </c:pt>
                <c:pt idx="2">
                  <c:v>31</c:v>
                </c:pt>
                <c:pt idx="3">
                  <c:v>25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Retail</c:v>
                </c:pt>
              </c:strCache>
            </c:strRef>
          </c:tx>
          <c:dLbls>
            <c:numFmt formatCode="#,##0" sourceLinked="0"/>
            <c:spPr>
              <a:noFill/>
              <a:ln>
                <a:noFill/>
              </a:ln>
            </c:spPr>
            <c:txPr>
              <a:bodyPr/>
              <a:lstStyle/>
              <a:p>
                <a:pPr>
                  <a:defRPr>
                    <a:solidFill>
                      <a:schemeClr val="bg1"/>
                    </a:solidFill>
                  </a:defRPr>
                </a:pPr>
                <a:endParaRPr lang="en-GB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Sheet1!$A$2:$A$5</c:f>
              <c:strCache>
                <c:ptCount val="4"/>
                <c:pt idx="0">
                  <c:v>North</c:v>
                </c:pt>
                <c:pt idx="1">
                  <c:v>Central</c:v>
                </c:pt>
                <c:pt idx="2">
                  <c:v>South</c:v>
                </c:pt>
                <c:pt idx="3">
                  <c:v>West</c:v>
                </c:pt>
              </c:strCache>
            </c:strRef>
          </c:cat>
          <c:val>
            <c:numRef>
              <c:f>Sheet1!$C$2:$C$5</c:f>
              <c:numCache>
                <c:formatCode>0</c:formatCode>
                <c:ptCount val="4"/>
                <c:pt idx="0">
                  <c:v>35</c:v>
                </c:pt>
                <c:pt idx="1">
                  <c:v>33</c:v>
                </c:pt>
                <c:pt idx="2">
                  <c:v>28</c:v>
                </c:pt>
                <c:pt idx="3">
                  <c:v>22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Partner</c:v>
                </c:pt>
              </c:strCache>
            </c:strRef>
          </c:tx>
          <c:dLbls>
            <c:numFmt formatCode="#,##0" sourceLinked="0"/>
            <c:spPr>
              <a:noFill/>
              <a:ln>
                <a:noFill/>
              </a:ln>
            </c:spPr>
            <c:txPr>
              <a:bodyPr/>
              <a:lstStyle/>
              <a:p>
                <a:pPr>
                  <a:defRPr>
                    <a:solidFill>
                      <a:schemeClr val="bg1"/>
                    </a:solidFill>
                  </a:defRPr>
                </a:pPr>
                <a:endParaRPr lang="en-GB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Sheet1!$A$2:$A$5</c:f>
              <c:strCache>
                <c:ptCount val="4"/>
                <c:pt idx="0">
                  <c:v>North</c:v>
                </c:pt>
                <c:pt idx="1">
                  <c:v>Central</c:v>
                </c:pt>
                <c:pt idx="2">
                  <c:v>South</c:v>
                </c:pt>
                <c:pt idx="3">
                  <c:v>West</c:v>
                </c:pt>
              </c:strCache>
            </c:strRef>
          </c:cat>
          <c:val>
            <c:numRef>
              <c:f>Sheet1!$D$2:$D$5</c:f>
              <c:numCache>
                <c:formatCode>0</c:formatCode>
                <c:ptCount val="4"/>
                <c:pt idx="0">
                  <c:v>24</c:v>
                </c:pt>
                <c:pt idx="1">
                  <c:v>27</c:v>
                </c:pt>
                <c:pt idx="2">
                  <c:v>19</c:v>
                </c:pt>
                <c:pt idx="3">
                  <c:v>17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400"/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2"/>
  <c:chart>
    <c:autoTitleDeleted val="1"/>
    <c:plotArea>
      <c:barChart>
        <c:barDir val="bar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Online</c:v>
                </c:pt>
              </c:strCache>
            </c:strRef>
          </c:tx>
          <c:dLbls>
            <c:numFmt formatCode="0%" sourceLinked="0"/>
            <c:spPr>
              <a:noFill/>
              <a:ln>
                <a:noFill/>
              </a:ln>
            </c:spPr>
            <c:txPr>
              <a:bodyPr/>
              <a:lstStyle/>
              <a:p>
                <a:pPr>
                  <a:defRPr>
                    <a:solidFill>
                      <a:schemeClr val="bg1"/>
                    </a:solidFill>
                  </a:defRPr>
                </a:pPr>
                <a:endParaRPr lang="en-GB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Sheet1!$A$2:$A$5</c:f>
              <c:strCache>
                <c:ptCount val="4"/>
                <c:pt idx="0">
                  <c:v>North</c:v>
                </c:pt>
                <c:pt idx="1">
                  <c:v>Central</c:v>
                </c:pt>
                <c:pt idx="2">
                  <c:v>South</c:v>
                </c:pt>
                <c:pt idx="3">
                  <c:v>West</c:v>
                </c:pt>
              </c:strCache>
            </c:strRef>
          </c:cat>
          <c:val>
            <c:numRef>
              <c:f>Sheet1!$B$2:$B$5</c:f>
              <c:numCache>
                <c:formatCode>0%</c:formatCode>
                <c:ptCount val="4"/>
                <c:pt idx="0">
                  <c:v>0.416</c:v>
                </c:pt>
                <c:pt idx="1">
                  <c:v>0.375</c:v>
                </c:pt>
                <c:pt idx="2">
                  <c:v>0.397</c:v>
                </c:pt>
                <c:pt idx="3">
                  <c:v>0.391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Retail</c:v>
                </c:pt>
              </c:strCache>
            </c:strRef>
          </c:tx>
          <c:dLbls>
            <c:numFmt formatCode="0%" sourceLinked="0"/>
            <c:spPr>
              <a:noFill/>
              <a:ln>
                <a:noFill/>
              </a:ln>
            </c:spPr>
            <c:txPr>
              <a:bodyPr/>
              <a:lstStyle/>
              <a:p>
                <a:pPr>
                  <a:defRPr>
                    <a:solidFill>
                      <a:schemeClr val="bg1"/>
                    </a:solidFill>
                  </a:defRPr>
                </a:pPr>
                <a:endParaRPr lang="en-GB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Sheet1!$A$2:$A$5</c:f>
              <c:strCache>
                <c:ptCount val="4"/>
                <c:pt idx="0">
                  <c:v>North</c:v>
                </c:pt>
                <c:pt idx="1">
                  <c:v>Central</c:v>
                </c:pt>
                <c:pt idx="2">
                  <c:v>South</c:v>
                </c:pt>
                <c:pt idx="3">
                  <c:v>West</c:v>
                </c:pt>
              </c:strCache>
            </c:strRef>
          </c:cat>
          <c:val>
            <c:numRef>
              <c:f>Sheet1!$C$2:$C$5</c:f>
              <c:numCache>
                <c:formatCode>0%</c:formatCode>
                <c:ptCount val="4"/>
                <c:pt idx="0">
                  <c:v>0.347</c:v>
                </c:pt>
                <c:pt idx="1">
                  <c:v>0.344</c:v>
                </c:pt>
                <c:pt idx="2">
                  <c:v>0.359</c:v>
                </c:pt>
                <c:pt idx="3">
                  <c:v>0.344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Partner</c:v>
                </c:pt>
              </c:strCache>
            </c:strRef>
          </c:tx>
          <c:dLbls>
            <c:numFmt formatCode="0%" sourceLinked="0"/>
            <c:spPr>
              <a:noFill/>
              <a:ln>
                <a:noFill/>
              </a:ln>
            </c:spPr>
            <c:txPr>
              <a:bodyPr/>
              <a:lstStyle/>
              <a:p>
                <a:pPr>
                  <a:defRPr>
                    <a:solidFill>
                      <a:schemeClr val="bg1"/>
                    </a:solidFill>
                  </a:defRPr>
                </a:pPr>
                <a:endParaRPr lang="en-GB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Sheet1!$A$2:$A$5</c:f>
              <c:strCache>
                <c:ptCount val="4"/>
                <c:pt idx="0">
                  <c:v>North</c:v>
                </c:pt>
                <c:pt idx="1">
                  <c:v>Central</c:v>
                </c:pt>
                <c:pt idx="2">
                  <c:v>South</c:v>
                </c:pt>
                <c:pt idx="3">
                  <c:v>West</c:v>
                </c:pt>
              </c:strCache>
            </c:strRef>
          </c:cat>
          <c:val>
            <c:numRef>
              <c:f>Sheet1!$D$2:$D$5</c:f>
              <c:numCache>
                <c:formatCode>0%</c:formatCode>
                <c:ptCount val="4"/>
                <c:pt idx="0">
                  <c:v>0.237</c:v>
                </c:pt>
                <c:pt idx="1">
                  <c:v>0.281</c:v>
                </c:pt>
                <c:pt idx="2">
                  <c:v>0.244</c:v>
                </c:pt>
                <c:pt idx="3">
                  <c:v>0.265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400"/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2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Score</c:v>
                </c:pt>
              </c:strCache>
            </c:strRef>
          </c:tx>
          <c:dLbls>
            <c:numFmt formatCode="#,##0" sourceLinked="0"/>
            <c:spPr>
              <a:noFill/>
              <a:ln>
                <a:noFill/>
              </a:ln>
            </c:spPr>
            <c:dLblPos val="outEnd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Sheet1!$A$2:$A$6</c:f>
              <c:strCache>
                <c:ptCount val="5"/>
                <c:pt idx="0">
                  <c:v>Supplier portal</c:v>
                </c:pt>
                <c:pt idx="1">
                  <c:v>Mobile approvals</c:v>
                </c:pt>
                <c:pt idx="2">
                  <c:v>Spend analytics</c:v>
                </c:pt>
                <c:pt idx="3">
                  <c:v>Forecasting</c:v>
                </c:pt>
                <c:pt idx="4">
                  <c:v>Partner API</c:v>
                </c:pt>
              </c:strCache>
            </c:strRef>
          </c:cat>
          <c:val>
            <c:numRef>
              <c:f>Sheet1!$B$2:$B$6</c:f>
              <c:numCache>
                <c:formatCode>0</c:formatCode>
                <c:ptCount val="5"/>
                <c:pt idx="0">
                  <c:v>92</c:v>
                </c:pt>
                <c:pt idx="1">
                  <c:v>78</c:v>
                </c:pt>
                <c:pt idx="2">
                  <c:v>63</c:v>
                </c:pt>
                <c:pt idx="3">
                  <c:v>51</c:v>
                </c:pt>
                <c:pt idx="4">
                  <c:v>39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400"/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style val="2"/>
  <c:chart>
    <c:autoTitleDeleted val="1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Share of revenue</c:v>
                </c:pt>
              </c:strCache>
            </c:strRef>
          </c:tx>
          <c:dLbls>
            <c:numFmt formatCode="0%" sourceLinked="0"/>
            <c:spPr>
              <a:noFill/>
              <a:ln>
                <a:noFill/>
              </a:ln>
            </c:spPr>
            <c:txPr>
              <a:bodyPr/>
              <a:lstStyle/>
              <a:p>
                <a:pPr>
                  <a:defRPr>
                    <a:solidFill>
                      <a:schemeClr val="bg1"/>
                    </a:solidFill>
                  </a:defRPr>
                </a:pPr>
                <a:endParaRPr lang="en-GB"/>
              </a:p>
            </c:txPr>
            <c:dLblPos val="inEnd"/>
            <c:showLegendKey val="0"/>
            <c:showVal val="0"/>
            <c:showCatName val="1"/>
            <c:showSerName val="0"/>
            <c:showPercent val="1"/>
            <c:showBubbleSize val="0"/>
            <c:separator>
</c:separator>
          </c:dLbls>
          <c:cat>
            <c:strRef>
              <c:f>Sheet1!$A$2:$A$4</c:f>
              <c:strCache>
                <c:ptCount val="3"/>
                <c:pt idx="0">
                  <c:v>Enterprise</c:v>
                </c:pt>
                <c:pt idx="1">
                  <c:v>Mid-market</c:v>
                </c:pt>
                <c:pt idx="2">
                  <c:v>Small business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0.52</c:v>
                </c:pt>
                <c:pt idx="1">
                  <c:v>0.31</c:v>
                </c:pt>
                <c:pt idx="2">
                  <c:v>0.17</c:v>
                </c:pt>
              </c:numCache>
            </c:numRef>
          </c:val>
        </c:ser>
      </c:pieChart>
    </c:plotArea>
    <c:dispBlanksAs val="gap"/>
  </c:chart>
  <c:txPr>
    <a:bodyPr/>
    <a:lstStyle/>
    <a:p>
      <a:pPr>
        <a:defRPr sz="1400"/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style val="2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Share of revenue</c:v>
                </c:pt>
              </c:strCache>
            </c:strRef>
          </c:tx>
          <c:dLbls>
            <c:numFmt formatCode="0%" sourceLinked="0"/>
            <c:spPr>
              <a:noFill/>
              <a:ln>
                <a:noFill/>
              </a:ln>
            </c:spPr>
            <c:txPr>
              <a:bodyPr/>
              <a:lstStyle/>
              <a:p>
                <a:pPr>
                  <a:defRPr>
                    <a:solidFill>
                      <a:schemeClr val="bg1"/>
                    </a:solidFill>
                  </a:defRPr>
                </a:pPr>
                <a:endParaRPr lang="en-GB"/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eparator>
</c:separator>
          </c:dLbls>
          <c:cat>
            <c:strRef>
              <c:f>Sheet1!$A$2:$A$4</c:f>
              <c:strCache>
                <c:ptCount val="3"/>
                <c:pt idx="0">
                  <c:v>Enterprise</c:v>
                </c:pt>
                <c:pt idx="1">
                  <c:v>Mid-market</c:v>
                </c:pt>
                <c:pt idx="2">
                  <c:v>Small business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0.52</c:v>
                </c:pt>
                <c:pt idx="1">
                  <c:v>0.31</c:v>
                </c:pt>
                <c:pt idx="2">
                  <c:v>0.17</c:v>
                </c:pt>
              </c:numCache>
            </c:numRef>
          </c:val>
        </c:ser>
        <c:firstSliceAng val="0"/>
        <c:holeSize val="55"/>
      </c:doughnutChart>
    </c:plotArea>
    <c:plotVisOnly val="1"/>
    <c:dispBlanksAs val="gap"/>
    <c:showDLblsOverMax val="0"/>
  </c:chart>
  <c:txPr>
    <a:bodyPr/>
    <a:lstStyle/>
    <a:p>
      <a:pPr>
        <a:defRPr sz="1400"/>
      </a:pPr>
      <a:endParaRPr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2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Actual</c:v>
                </c:pt>
              </c:strCache>
            </c:strRef>
          </c:tx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0</c:formatCode>
                <c:ptCount val="6"/>
                <c:pt idx="0">
                  <c:v>118</c:v>
                </c:pt>
                <c:pt idx="1">
                  <c:v>124</c:v>
                </c:pt>
                <c:pt idx="2">
                  <c:v>131</c:v>
                </c:pt>
                <c:pt idx="3">
                  <c:v>140</c:v>
                </c:pt>
                <c:pt idx="4">
                  <c:v>146</c:v>
                </c:pt>
                <c:pt idx="5">
                  <c:v>155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Target</c:v>
                </c:pt>
              </c:strCache>
            </c:strRef>
          </c:tx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0</c:formatCode>
                <c:ptCount val="6"/>
                <c:pt idx="0">
                  <c:v>120</c:v>
                </c:pt>
                <c:pt idx="1">
                  <c:v>125</c:v>
                </c:pt>
                <c:pt idx="2">
                  <c:v>130</c:v>
                </c:pt>
                <c:pt idx="3">
                  <c:v>135</c:v>
                </c:pt>
                <c:pt idx="4">
                  <c:v>140</c:v>
                </c:pt>
                <c:pt idx="5">
                  <c:v>145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400"/>
      </a:pPr>
      <a:endParaRPr lang="en-US"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style val="2"/>
  <c:chart>
    <c:autoTitleDeleted val="1"/>
    <c:plotArea>
      <c:layout/>
      <c:areaChart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Standard</c:v>
                </c:pt>
              </c:strCache>
            </c:strRef>
          </c:tx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0</c:formatCode>
                <c:ptCount val="6"/>
                <c:pt idx="0">
                  <c:v>70</c:v>
                </c:pt>
                <c:pt idx="1">
                  <c:v>72</c:v>
                </c:pt>
                <c:pt idx="2">
                  <c:v>75</c:v>
                </c:pt>
                <c:pt idx="3">
                  <c:v>79</c:v>
                </c:pt>
                <c:pt idx="4">
                  <c:v>81</c:v>
                </c:pt>
                <c:pt idx="5">
                  <c:v>85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Professional</c:v>
                </c:pt>
              </c:strCache>
            </c:strRef>
          </c:tx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0</c:formatCode>
                <c:ptCount val="6"/>
                <c:pt idx="0">
                  <c:v>33</c:v>
                </c:pt>
                <c:pt idx="1">
                  <c:v>35</c:v>
                </c:pt>
                <c:pt idx="2">
                  <c:v>37</c:v>
                </c:pt>
                <c:pt idx="3">
                  <c:v>40</c:v>
                </c:pt>
                <c:pt idx="4">
                  <c:v>42</c:v>
                </c:pt>
                <c:pt idx="5">
                  <c:v>45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Enterprise</c:v>
                </c:pt>
              </c:strCache>
            </c:strRef>
          </c:tx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0</c:formatCode>
                <c:ptCount val="6"/>
                <c:pt idx="0">
                  <c:v>15</c:v>
                </c:pt>
                <c:pt idx="1">
                  <c:v>17</c:v>
                </c:pt>
                <c:pt idx="2">
                  <c:v>19</c:v>
                </c:pt>
                <c:pt idx="3">
                  <c:v>21</c:v>
                </c:pt>
                <c:pt idx="4">
                  <c:v>23</c:v>
                </c:pt>
                <c:pt idx="5">
                  <c:v>25</c:v>
                </c:pt>
              </c:numCache>
            </c:numRef>
          </c:val>
        </c:ser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crossAx val="-2101159928"/>
        <c:crosses val="autoZero"/>
        <c:crossBetween val="midCat"/>
      </c:valAx>
    </c:plotArea>
    <c:legend>
      <c:legendPos val="b"/>
      <c:layout/>
      <c:overlay val="0"/>
    </c:legend>
    <c:plotVisOnly val="1"/>
    <c:dispBlanksAs val="zero"/>
    <c:showDLblsOverMax val="0"/>
  </c:chart>
  <c:txPr>
    <a:bodyPr/>
    <a:lstStyle/>
    <a:p>
      <a:pPr>
        <a:defRPr sz="1400"/>
      </a:pPr>
      <a:endParaRPr/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2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Actual</c:v>
                </c:pt>
              </c:strCache>
            </c:strRef>
          </c:tx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0</c:formatCode>
                <c:ptCount val="6"/>
                <c:pt idx="0">
                  <c:v>118</c:v>
                </c:pt>
                <c:pt idx="1">
                  <c:v>124</c:v>
                </c:pt>
                <c:pt idx="2">
                  <c:v>131</c:v>
                </c:pt>
                <c:pt idx="3">
                  <c:v>140</c:v>
                </c:pt>
                <c:pt idx="4">
                  <c:v>146</c:v>
                </c:pt>
                <c:pt idx="5">
                  <c:v>155</c:v>
                </c:pt>
              </c:numCache>
            </c:numRef>
          </c:val>
        </c:ser>
        <c:axId val="-2068027336"/>
        <c:axId val="-2113994440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Target</c:v>
                </c:pt>
              </c:strCache>
            </c:strRef>
          </c:tx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0</c:formatCode>
                <c:ptCount val="6"/>
                <c:pt idx="0">
                  <c:v>120</c:v>
                </c:pt>
                <c:pt idx="1">
                  <c:v>125</c:v>
                </c:pt>
                <c:pt idx="2">
                  <c:v>130</c:v>
                </c:pt>
                <c:pt idx="3">
                  <c:v>135</c:v>
                </c:pt>
                <c:pt idx="4">
                  <c:v>140</c:v>
                </c:pt>
                <c:pt idx="5">
                  <c:v>145</c:v>
                </c:pt>
              </c:numCache>
            </c:numRef>
          </c:val>
          <c:smooth val="0"/>
        </c:ser>
        <c:marker val="1"/>
        <c:axId val="-2068027336"/>
        <c:axId val="-2113994440"/>
      </c:line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400"/>
      </a:pPr>
      <a:endParaRPr lang="en-US"/>
    </a:p>
  </c:tx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2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2025 profit</c:v>
                </c:pt>
                <c:pt idx="1">
                  <c:v>Volume</c:v>
                </c:pt>
                <c:pt idx="2">
                  <c:v>Price</c:v>
                </c:pt>
                <c:pt idx="3">
                  <c:v>Costs</c:v>
                </c:pt>
                <c:pt idx="4">
                  <c:v>2026 profit</c:v>
                </c:pt>
              </c:strCache>
            </c:strRef>
          </c:cat>
          <c:val>
            <c:numRef>
              <c:f>Sheet1!$B$2:$B$6</c:f>
              <c:numCache>
                <c:formatCode>0</c:formatCode>
                <c:ptCount val="5"/>
                <c:pt idx="0">
                  <c:v>0</c:v>
                </c:pt>
                <c:pt idx="1">
                  <c:v>80</c:v>
                </c:pt>
                <c:pt idx="2">
                  <c:v>95</c:v>
                </c:pt>
                <c:pt idx="3">
                  <c:v>105</c:v>
                </c:pt>
                <c:pt idx="4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Movement</c:v>
                </c:pt>
              </c:strCache>
            </c:strRef>
          </c:tx>
          <c:dLbls>
            <c:dLbl>
              <c:idx val="1"/>
              <c:numFmt formatCode="+0;-0;0" sourceLinked="0"/>
              <c:spPr>
                <a:noFill/>
                <a:ln>
                  <a:noFill/>
                </a:ln>
              </c:spPr>
              <c:txPr>
                <a:bodyPr/>
                <a:lstStyle/>
                <a:p>
                  <a:pPr>
                    <a:defRPr>
                      <a:solidFill>
                        <a:schemeClr val="bg1"/>
                      </a:solidFill>
                    </a:defRPr>
                  </a:pPr>
                  <a:endParaRPr lang="en-GB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+0;-0;0" sourceLinked="0"/>
              <c:spPr>
                <a:noFill/>
                <a:ln>
                  <a:noFill/>
                </a:ln>
              </c:spPr>
              <c:txPr>
                <a:bodyPr/>
                <a:lstStyle/>
                <a:p>
                  <a:pPr>
                    <a:defRPr>
                      <a:solidFill>
                        <a:schemeClr val="bg1"/>
                      </a:solidFill>
                    </a:defRPr>
                  </a:pPr>
                  <a:endParaRPr lang="en-GB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numFmt formatCode="+0;-0;0" sourceLinked="0"/>
              <c:spPr>
                <a:noFill/>
                <a:ln>
                  <a:noFill/>
                </a:ln>
              </c:spPr>
              <c:txPr>
                <a:bodyPr/>
                <a:lstStyle/>
                <a:p>
                  <a:pPr>
                    <a:defRPr>
                      <a:solidFill>
                        <a:schemeClr val="bg1"/>
                      </a:solidFill>
                    </a:defRPr>
                  </a:pPr>
                  <a:endParaRPr lang="en-GB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0" sourceLinked="0"/>
            <c:spPr>
              <a:noFill/>
              <a:ln>
                <a:noFill/>
              </a:ln>
            </c:spPr>
            <c:txPr>
              <a:bodyPr/>
              <a:lstStyle/>
              <a:p>
                <a:pPr>
                  <a:defRPr>
                    <a:solidFill>
                      <a:schemeClr val="bg1"/>
                    </a:solidFill>
                  </a:defRPr>
                </a:pPr>
                <a:endParaRPr lang="en-GB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Sheet1!$A$2:$A$6</c:f>
              <c:strCache>
                <c:ptCount val="5"/>
                <c:pt idx="0">
                  <c:v>2025 profit</c:v>
                </c:pt>
                <c:pt idx="1">
                  <c:v>Volume</c:v>
                </c:pt>
                <c:pt idx="2">
                  <c:v>Price</c:v>
                </c:pt>
                <c:pt idx="3">
                  <c:v>Costs</c:v>
                </c:pt>
                <c:pt idx="4">
                  <c:v>2026 profit</c:v>
                </c:pt>
              </c:strCache>
            </c:strRef>
          </c:cat>
          <c:val>
            <c:numRef>
              <c:f>Sheet1!$C$2:$C$6</c:f>
              <c:numCache>
                <c:formatCode>0</c:formatCode>
                <c:ptCount val="5"/>
                <c:pt idx="0">
                  <c:v>80</c:v>
                </c:pt>
                <c:pt idx="1">
                  <c:v>15</c:v>
                </c:pt>
                <c:pt idx="2">
                  <c:v>10</c:v>
                </c:pt>
                <c:pt idx="3">
                  <c:v>12</c:v>
                </c:pt>
                <c:pt idx="4">
                  <c:v>117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400"/>
      </a:pPr>
      <a:endParaRPr lang="en-US"/>
    </a:p>
  </c:tx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style val="2"/>
  <c:chart>
    <c:autoTitleDeleted val="1"/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Products</c:v>
                </c:pt>
              </c:strCache>
            </c:strRef>
          </c:tx>
          <c:spPr>
            <a:ln w="47625">
              <a:noFill/>
            </a:ln>
          </c:spPr>
          <c:marker>
            <c:symbol val="circle"/>
            <c:size val="9"/>
            <c:spPr>
              <a:solidFill>
                <a:schemeClr val="accent1"/>
              </a:solidFill>
              <a:ln>
                <a:noFill/>
              </a:ln>
            </c:spPr>
          </c:marker>
          <c:xVal>
            <c:numRef>
              <c:f>Sheet1!$A$2:$A$8</c:f>
              <c:numCache>
                <c:formatCode>0</c:formatCode>
                <c:ptCount val="7"/>
                <c:pt idx="0">
                  <c:v>82</c:v>
                </c:pt>
                <c:pt idx="1">
                  <c:v>88</c:v>
                </c:pt>
                <c:pt idx="2">
                  <c:v>94</c:v>
                </c:pt>
                <c:pt idx="3">
                  <c:v>97</c:v>
                </c:pt>
                <c:pt idx="4">
                  <c:v>103</c:v>
                </c:pt>
                <c:pt idx="5">
                  <c:v>108</c:v>
                </c:pt>
                <c:pt idx="6">
                  <c:v>115</c:v>
                </c:pt>
              </c:numCache>
            </c:numRef>
          </c:xVal>
          <c:yVal>
            <c:numRef>
              <c:f>Sheet1!$B$2:$B$8</c:f>
              <c:numCache>
                <c:formatCode>0</c:formatCode>
                <c:ptCount val="7"/>
                <c:pt idx="0">
                  <c:v>61</c:v>
                </c:pt>
                <c:pt idx="1">
                  <c:v>66</c:v>
                </c:pt>
                <c:pt idx="2">
                  <c:v>70</c:v>
                </c:pt>
                <c:pt idx="3">
                  <c:v>64</c:v>
                </c:pt>
                <c:pt idx="4">
                  <c:v>74</c:v>
                </c:pt>
                <c:pt idx="5">
                  <c:v>72</c:v>
                </c:pt>
                <c:pt idx="6">
                  <c:v>79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crossAx val="-2129643912"/>
        <c:crosses val="autoZero"/>
        <c:crossBetween val="midCat"/>
      </c:valAx>
      <c:valAx>
        <c:axId val="-2129643912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crossAx val="-2128940872"/>
        <c:crosses val="autoZero"/>
        <c:crossBetween val="midCat"/>
      </c:valAx>
    </c:plotArea>
    <c:plotVisOnly val="1"/>
    <c:dispBlanksAs val="gap"/>
    <c:showDLblsOverMax val="0"/>
  </c:chart>
  <c:txPr>
    <a:bodyPr/>
    <a:lstStyle/>
    <a:p>
      <a:pPr>
        <a:defRPr sz="1400"/>
      </a:pPr>
      <a:endParaRPr lang="en-US"/>
    </a:p>
  </c:tx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style val="2"/>
  <c:chart>
    <c:autoTitleDeleted val="1"/>
    <c:plotArea>
      <c:layout/>
      <c:bubbl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Markets</c:v>
                </c:pt>
              </c:strCache>
            </c:strRef>
          </c:tx>
          <c:invertIfNegative val="0"/>
          <c:xVal>
            <c:numRef>
              <c:f>Sheet1!$A$2:$A$5</c:f>
              <c:numCache>
                <c:formatCode>0</c:formatCode>
                <c:ptCount val="4"/>
                <c:pt idx="0">
                  <c:v>4</c:v>
                </c:pt>
                <c:pt idx="1">
                  <c:v>7</c:v>
                </c:pt>
                <c:pt idx="2">
                  <c:v>11</c:v>
                </c:pt>
                <c:pt idx="3">
                  <c:v>15</c:v>
                </c:pt>
              </c:numCache>
            </c:numRef>
          </c:xVal>
          <c:yVal>
            <c:numRef>
              <c:f>Sheet1!$B$2:$B$5</c:f>
              <c:numCache>
                <c:formatCode>0</c:formatCode>
                <c:ptCount val="4"/>
                <c:pt idx="0">
                  <c:v>12</c:v>
                </c:pt>
                <c:pt idx="1">
                  <c:v>22</c:v>
                </c:pt>
                <c:pt idx="2">
                  <c:v>15</c:v>
                </c:pt>
                <c:pt idx="3">
                  <c:v>30</c:v>
                </c:pt>
              </c:numCache>
            </c:numRef>
          </c:yVal>
          <c:bubbleSize>
            <c:numRef>
              <c:f>Sheet1!$C$2:$C$5</c:f>
              <c:numCache>
                <c:formatCode>0</c:formatCode>
                <c:ptCount val="4"/>
                <c:pt idx="0">
                  <c:v>14</c:v>
                </c:pt>
                <c:pt idx="1">
                  <c:v>24</c:v>
                </c:pt>
                <c:pt idx="2">
                  <c:v>18</c:v>
                </c:pt>
                <c:pt idx="3">
                  <c:v>30</c:v>
                </c:pt>
              </c:numCache>
            </c:numRef>
          </c:bubbleSize>
          <c:bubble3D val="0"/>
        </c:ser>
        <c:bubbleScale val="100"/>
        <c:showNegBubbles val="0"/>
        <c:axId val="-2115720072"/>
        <c:axId val="-2115723560"/>
      </c:bubbleChart>
      <c:valAx>
        <c:axId val="-211572007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crossAx val="-2115723560"/>
        <c:crosses val="autoZero"/>
        <c:crossBetween val="midCat"/>
      </c:valAx>
      <c:valAx>
        <c:axId val="-2115723560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crossAx val="-2115720072"/>
        <c:crosses val="autoZero"/>
        <c:crossBetween val="midCat"/>
      </c:valAx>
    </c:plotArea>
    <c:plotVisOnly val="1"/>
    <c:dispBlanksAs val="gap"/>
    <c:showDLblsOverMax val="0"/>
  </c:chart>
  <c:txPr>
    <a:bodyPr/>
    <a:lstStyle/>
    <a:p>
      <a:pPr>
        <a:defRPr sz="1400"/>
      </a:pPr>
      <a:endParaRPr lang="en-US"/>
    </a:p>
  </c:tx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2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Opportunities</c:v>
                </c:pt>
              </c:strCache>
            </c:strRef>
          </c:tx>
          <c:dLbls>
            <c:numFmt formatCode="#,##0" sourceLinked="0"/>
            <c:spPr>
              <a:noFill/>
              <a:ln>
                <a:noFill/>
              </a:ln>
            </c:spPr>
            <c:dLblPos val="outEnd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Sheet1!$A$2:$A$6</c:f>
              <c:strCache>
                <c:ptCount val="5"/>
                <c:pt idx="0">
                  <c:v>Leads</c:v>
                </c:pt>
                <c:pt idx="1">
                  <c:v>Qualified</c:v>
                </c:pt>
                <c:pt idx="2">
                  <c:v>Proposal</c:v>
                </c:pt>
                <c:pt idx="3">
                  <c:v>Negotiation</c:v>
                </c:pt>
                <c:pt idx="4">
                  <c:v>Won</c:v>
                </c:pt>
              </c:strCache>
            </c:strRef>
          </c:cat>
          <c:val>
            <c:numRef>
              <c:f>Sheet1!$B$2:$B$6</c:f>
              <c:numCache>
                <c:formatCode>0</c:formatCode>
                <c:ptCount val="5"/>
                <c:pt idx="0">
                  <c:v>1200</c:v>
                </c:pt>
                <c:pt idx="1">
                  <c:v>640</c:v>
                </c:pt>
                <c:pt idx="2">
                  <c:v>310</c:v>
                </c:pt>
                <c:pt idx="3">
                  <c:v>140</c:v>
                </c:pt>
                <c:pt idx="4">
                  <c:v>85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400"/>
      </a:pPr>
      <a:endParaRPr lang="en-US"/>
    </a:p>
  </c:tx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2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Actual</c:v>
                </c:pt>
              </c:strCache>
            </c:strRef>
          </c:tx>
          <c:dLbls>
            <c:numFmt formatCode="#,##0" sourceLinked="0"/>
            <c:spPr>
              <a:noFill/>
              <a:ln>
                <a:noFill/>
              </a:ln>
            </c:spPr>
            <c:dLblPos val="outEnd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Sheet1!$A$2:$A$5</c:f>
              <c:strCache>
                <c:ptCount val="4"/>
                <c:pt idx="0">
                  <c:v>North</c:v>
                </c:pt>
                <c:pt idx="1">
                  <c:v>Central</c:v>
                </c:pt>
                <c:pt idx="2">
                  <c:v>South</c:v>
                </c:pt>
                <c:pt idx="3">
                  <c:v>West</c:v>
                </c:pt>
              </c:strCache>
            </c:strRef>
          </c:cat>
          <c:val>
            <c:numRef>
              <c:f>Sheet1!$B$2:$B$5</c:f>
              <c:numCache>
                <c:formatCode>0</c:formatCode>
                <c:ptCount val="4"/>
                <c:pt idx="0">
                  <c:v>42</c:v>
                </c:pt>
                <c:pt idx="1">
                  <c:v>36</c:v>
                </c:pt>
                <c:pt idx="2">
                  <c:v>31</c:v>
                </c:pt>
                <c:pt idx="3">
                  <c:v>25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Target</c:v>
                </c:pt>
              </c:strCache>
            </c:strRef>
          </c:tx>
          <c:dLbls>
            <c:numFmt formatCode="#,##0" sourceLinked="0"/>
            <c:spPr>
              <a:noFill/>
              <a:ln>
                <a:noFill/>
              </a:ln>
            </c:spPr>
            <c:dLblPos val="outEnd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Sheet1!$A$2:$A$5</c:f>
              <c:strCache>
                <c:ptCount val="4"/>
                <c:pt idx="0">
                  <c:v>North</c:v>
                </c:pt>
                <c:pt idx="1">
                  <c:v>Central</c:v>
                </c:pt>
                <c:pt idx="2">
                  <c:v>South</c:v>
                </c:pt>
                <c:pt idx="3">
                  <c:v>West</c:v>
                </c:pt>
              </c:strCache>
            </c:strRef>
          </c:cat>
          <c:val>
            <c:numRef>
              <c:f>Sheet1!$C$2:$C$5</c:f>
              <c:numCache>
                <c:formatCode>0</c:formatCode>
                <c:ptCount val="4"/>
                <c:pt idx="0">
                  <c:v>35</c:v>
                </c:pt>
                <c:pt idx="1">
                  <c:v>33</c:v>
                </c:pt>
                <c:pt idx="2">
                  <c:v>28</c:v>
                </c:pt>
                <c:pt idx="3">
                  <c:v>22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4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48640" y="1737360"/>
            <a:ext cx="9601200" cy="1737360"/>
          </a:xfrm>
        </p:spPr>
        <p:txBody>
          <a:bodyPr anchor="b"/>
          <a:lstStyle>
            <a:lvl1pPr>
              <a:defRPr sz="4400"/>
            </a:lvl1pPr>
          </a:lstStyle>
          <a:p>
            <a:r>
              <a:rPr lang="en-GB"/>
              <a:t>Click to add 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48640" y="3657600"/>
            <a:ext cx="9601200" cy="1280160"/>
          </a:xfrm>
        </p:spPr>
        <p:txBody>
          <a:bodyPr/>
          <a:lstStyle>
            <a:lvl1pPr>
              <a:buNone/>
              <a:defRPr sz="2000"/>
            </a:lvl1pPr>
          </a:lstStyle>
          <a:p>
            <a:r>
              <a:rPr lang="en-GB"/>
              <a:t>Click to add subtitle</a:t>
            </a:r>
          </a:p>
        </p:txBody>
      </p:sp>
      <p:sp>
        <p:nvSpPr>
          <p:cNvPr id="4" name="Date Placeholder"/>
          <p:cNvSpPr>
            <a:spLocks noGrp="1"/>
          </p:cNvSpPr>
          <p:nvPr>
            <p:ph type="dt" sz="half" idx="10"/>
          </p:nvPr>
        </p:nvSpPr>
        <p:spPr>
          <a:xfrm>
            <a:off x="548640" y="6355080"/>
            <a:ext cx="2560320" cy="320040"/>
          </a:xfrm>
        </p:spPr>
        <p:txBody>
          <a:bodyPr/>
          <a:lstStyle/>
          <a:p>
            <a:endParaRPr lang="en-GB"/>
          </a:p>
        </p:txBody>
      </p:sp>
      <p:sp>
        <p:nvSpPr>
          <p:cNvPr id="5" name="Footer Placeholder"/>
          <p:cNvSpPr>
            <a:spLocks noGrp="1"/>
          </p:cNvSpPr>
          <p:nvPr>
            <p:ph type="ftr" sz="quarter" idx="11"/>
          </p:nvPr>
        </p:nvSpPr>
        <p:spPr>
          <a:xfrm>
            <a:off x="4023360" y="6355080"/>
            <a:ext cx="4144975" cy="320040"/>
          </a:xfrm>
        </p:spPr>
        <p:txBody>
          <a:bodyPr/>
          <a:lstStyle/>
          <a:p>
            <a:endParaRPr lang="en-GB"/>
          </a:p>
        </p:txBody>
      </p:sp>
      <p:sp>
        <p:nvSpPr>
          <p:cNvPr id="6" name="Slide Number Placeholder"/>
          <p:cNvSpPr>
            <a:spLocks noGrp="1"/>
          </p:cNvSpPr>
          <p:nvPr>
            <p:ph type="sldNum" sz="half" idx="12"/>
          </p:nvPr>
        </p:nvSpPr>
        <p:spPr>
          <a:xfrm>
            <a:off x="9082735" y="6355080"/>
            <a:ext cx="2560320" cy="320040"/>
          </a:xfrm>
        </p:spPr>
        <p:txBody>
          <a:bodyPr/>
          <a:lstStyle/>
          <a:p>
            <a:endParaRPr lang="en-GB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20040"/>
            <a:ext cx="11094415" cy="914400"/>
          </a:xfrm>
        </p:spPr>
        <p:txBody>
          <a:bodyPr/>
          <a:lstStyle/>
          <a:p>
            <a:r>
              <a:rPr lang="en-GB"/>
              <a:t>Click to add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417320"/>
            <a:ext cx="11094415" cy="4663440"/>
          </a:xfrm>
        </p:spPr>
        <p:txBody>
          <a:bodyPr/>
          <a:lstStyle/>
          <a:p>
            <a:r>
              <a:rPr lang="en-GB"/>
              <a:t>Click to add text</a:t>
            </a:r>
          </a:p>
        </p:txBody>
      </p:sp>
      <p:sp>
        <p:nvSpPr>
          <p:cNvPr id="4" name="Date Placeholder"/>
          <p:cNvSpPr>
            <a:spLocks noGrp="1"/>
          </p:cNvSpPr>
          <p:nvPr>
            <p:ph type="dt" sz="half" idx="10"/>
          </p:nvPr>
        </p:nvSpPr>
        <p:spPr>
          <a:xfrm>
            <a:off x="548640" y="6355080"/>
            <a:ext cx="2560320" cy="320040"/>
          </a:xfrm>
        </p:spPr>
        <p:txBody>
          <a:bodyPr/>
          <a:lstStyle/>
          <a:p>
            <a:endParaRPr lang="en-GB"/>
          </a:p>
        </p:txBody>
      </p:sp>
      <p:sp>
        <p:nvSpPr>
          <p:cNvPr id="5" name="Footer Placeholder"/>
          <p:cNvSpPr>
            <a:spLocks noGrp="1"/>
          </p:cNvSpPr>
          <p:nvPr>
            <p:ph type="ftr" sz="quarter" idx="11"/>
          </p:nvPr>
        </p:nvSpPr>
        <p:spPr>
          <a:xfrm>
            <a:off x="4023360" y="6355080"/>
            <a:ext cx="4144975" cy="320040"/>
          </a:xfrm>
        </p:spPr>
        <p:txBody>
          <a:bodyPr/>
          <a:lstStyle/>
          <a:p>
            <a:endParaRPr lang="en-GB"/>
          </a:p>
        </p:txBody>
      </p:sp>
      <p:sp>
        <p:nvSpPr>
          <p:cNvPr id="6" name="Slide Number Placeholder"/>
          <p:cNvSpPr>
            <a:spLocks noGrp="1"/>
          </p:cNvSpPr>
          <p:nvPr>
            <p:ph type="sldNum" sz="half" idx="12"/>
          </p:nvPr>
        </p:nvSpPr>
        <p:spPr>
          <a:xfrm>
            <a:off x="9082735" y="6355080"/>
            <a:ext cx="2560320" cy="320040"/>
          </a:xfrm>
        </p:spPr>
        <p:txBody>
          <a:bodyPr/>
          <a:lstStyle/>
          <a:p>
            <a:endParaRPr lang="en-GB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type="secHead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103120"/>
            <a:ext cx="9601200" cy="1554480"/>
          </a:xfrm>
        </p:spPr>
        <p:txBody>
          <a:bodyPr anchor="b"/>
          <a:lstStyle>
            <a:lvl1pPr>
              <a:defRPr sz="4000"/>
            </a:lvl1pPr>
          </a:lstStyle>
          <a:p>
            <a:r>
              <a:rPr lang="en-GB"/>
              <a:t>Click to add title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3794760"/>
            <a:ext cx="9601200" cy="1097280"/>
          </a:xfrm>
        </p:spPr>
        <p:txBody>
          <a:bodyPr/>
          <a:lstStyle>
            <a:lvl1pPr>
              <a:defRPr sz="2000"/>
            </a:lvl1pPr>
          </a:lstStyle>
          <a:p>
            <a:r>
              <a:rPr lang="en-GB"/>
              <a:t>Click to add text</a:t>
            </a:r>
          </a:p>
        </p:txBody>
      </p:sp>
      <p:sp>
        <p:nvSpPr>
          <p:cNvPr id="4" name="Date Placeholder"/>
          <p:cNvSpPr>
            <a:spLocks noGrp="1"/>
          </p:cNvSpPr>
          <p:nvPr>
            <p:ph type="dt" sz="half" idx="10"/>
          </p:nvPr>
        </p:nvSpPr>
        <p:spPr>
          <a:xfrm>
            <a:off x="548640" y="6355080"/>
            <a:ext cx="2560320" cy="320040"/>
          </a:xfrm>
        </p:spPr>
        <p:txBody>
          <a:bodyPr/>
          <a:lstStyle/>
          <a:p>
            <a:endParaRPr lang="en-GB"/>
          </a:p>
        </p:txBody>
      </p:sp>
      <p:sp>
        <p:nvSpPr>
          <p:cNvPr id="5" name="Footer Placeholder"/>
          <p:cNvSpPr>
            <a:spLocks noGrp="1"/>
          </p:cNvSpPr>
          <p:nvPr>
            <p:ph type="ftr" sz="quarter" idx="11"/>
          </p:nvPr>
        </p:nvSpPr>
        <p:spPr>
          <a:xfrm>
            <a:off x="4023360" y="6355080"/>
            <a:ext cx="4144975" cy="320040"/>
          </a:xfrm>
        </p:spPr>
        <p:txBody>
          <a:bodyPr/>
          <a:lstStyle/>
          <a:p>
            <a:endParaRPr lang="en-GB"/>
          </a:p>
        </p:txBody>
      </p:sp>
      <p:sp>
        <p:nvSpPr>
          <p:cNvPr id="6" name="Slide Number Placeholder"/>
          <p:cNvSpPr>
            <a:spLocks noGrp="1"/>
          </p:cNvSpPr>
          <p:nvPr>
            <p:ph type="sldNum" sz="half" idx="12"/>
          </p:nvPr>
        </p:nvSpPr>
        <p:spPr>
          <a:xfrm>
            <a:off x="9082735" y="6355080"/>
            <a:ext cx="2560320" cy="320040"/>
          </a:xfrm>
        </p:spPr>
        <p:txBody>
          <a:bodyPr/>
          <a:lstStyle/>
          <a:p>
            <a:endParaRPr lang="en-GB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type="two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20040"/>
            <a:ext cx="11094415" cy="914400"/>
          </a:xfrm>
        </p:spPr>
        <p:txBody>
          <a:bodyPr/>
          <a:lstStyle/>
          <a:p>
            <a:r>
              <a:rPr lang="en-GB"/>
              <a:t>Click to add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417320"/>
            <a:ext cx="5410048" cy="4663440"/>
          </a:xfrm>
        </p:spPr>
        <p:txBody>
          <a:bodyPr/>
          <a:lstStyle/>
          <a:p>
            <a:r>
              <a:rPr lang="en-GB"/>
              <a:t>Click to add text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/>
          </p:nvPr>
        </p:nvSpPr>
        <p:spPr>
          <a:xfrm>
            <a:off x="6233008" y="1417320"/>
            <a:ext cx="5410048" cy="4663440"/>
          </a:xfrm>
        </p:spPr>
        <p:txBody>
          <a:bodyPr/>
          <a:lstStyle/>
          <a:p>
            <a:r>
              <a:rPr lang="en-GB"/>
              <a:t>Click to add text</a:t>
            </a:r>
          </a:p>
        </p:txBody>
      </p:sp>
      <p:sp>
        <p:nvSpPr>
          <p:cNvPr id="5" name="Date Placeholder"/>
          <p:cNvSpPr>
            <a:spLocks noGrp="1"/>
          </p:cNvSpPr>
          <p:nvPr>
            <p:ph type="dt" sz="half" idx="10"/>
          </p:nvPr>
        </p:nvSpPr>
        <p:spPr>
          <a:xfrm>
            <a:off x="548640" y="6355080"/>
            <a:ext cx="2560320" cy="320040"/>
          </a:xfrm>
        </p:spPr>
        <p:txBody>
          <a:bodyPr/>
          <a:lstStyle/>
          <a:p>
            <a:endParaRPr lang="en-GB"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11"/>
          </p:nvPr>
        </p:nvSpPr>
        <p:spPr>
          <a:xfrm>
            <a:off x="4023360" y="6355080"/>
            <a:ext cx="4144975" cy="320040"/>
          </a:xfrm>
        </p:spPr>
        <p:txBody>
          <a:bodyPr/>
          <a:lstStyle/>
          <a:p>
            <a:endParaRPr lang="en-GB"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half" idx="12"/>
          </p:nvPr>
        </p:nvSpPr>
        <p:spPr>
          <a:xfrm>
            <a:off x="9082735" y="6355080"/>
            <a:ext cx="2560320" cy="320040"/>
          </a:xfrm>
        </p:spPr>
        <p:txBody>
          <a:bodyPr/>
          <a:lstStyle/>
          <a:p>
            <a:endParaRPr lang="en-GB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type="twoTxTwoObj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20040"/>
            <a:ext cx="11094415" cy="914400"/>
          </a:xfrm>
        </p:spPr>
        <p:txBody>
          <a:bodyPr/>
          <a:lstStyle/>
          <a:p>
            <a:r>
              <a:rPr lang="en-GB"/>
              <a:t>Click to add title</a:t>
            </a:r>
          </a:p>
        </p:txBody>
      </p:sp>
      <p:sp>
        <p:nvSpPr>
          <p:cNvPr id="3" name="Heading 2"/>
          <p:cNvSpPr>
            <a:spLocks noGrp="1"/>
          </p:cNvSpPr>
          <p:nvPr>
            <p:ph type="body" idx="1"/>
          </p:nvPr>
        </p:nvSpPr>
        <p:spPr>
          <a:xfrm>
            <a:off x="548640" y="1417320"/>
            <a:ext cx="5410048" cy="548640"/>
          </a:xfrm>
        </p:spPr>
        <p:txBody>
          <a:bodyPr anchor="b"/>
          <a:lstStyle>
            <a:lvl1pPr>
              <a:buNone/>
              <a:defRPr sz="2000" b="1"/>
            </a:lvl1pPr>
          </a:lstStyle>
          <a:p>
            <a:r>
              <a:rPr lang="en-GB"/>
              <a:t>Click to add text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/>
          </p:nvPr>
        </p:nvSpPr>
        <p:spPr>
          <a:xfrm>
            <a:off x="548640" y="2103120"/>
            <a:ext cx="5410048" cy="3977640"/>
          </a:xfrm>
        </p:spPr>
        <p:txBody>
          <a:bodyPr/>
          <a:lstStyle/>
          <a:p>
            <a:r>
              <a:rPr lang="en-GB"/>
              <a:t>Click to add text</a:t>
            </a:r>
          </a:p>
        </p:txBody>
      </p:sp>
      <p:sp>
        <p:nvSpPr>
          <p:cNvPr id="5" name="Heading 4"/>
          <p:cNvSpPr>
            <a:spLocks noGrp="1"/>
          </p:cNvSpPr>
          <p:nvPr>
            <p:ph type="body" idx="3"/>
          </p:nvPr>
        </p:nvSpPr>
        <p:spPr>
          <a:xfrm>
            <a:off x="6233008" y="1417320"/>
            <a:ext cx="5410048" cy="548640"/>
          </a:xfrm>
        </p:spPr>
        <p:txBody>
          <a:bodyPr anchor="b"/>
          <a:lstStyle>
            <a:lvl1pPr>
              <a:buNone/>
              <a:defRPr sz="2000" b="1"/>
            </a:lvl1pPr>
          </a:lstStyle>
          <a:p>
            <a:r>
              <a:rPr lang="en-GB"/>
              <a:t>Click to add text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4"/>
          </p:nvPr>
        </p:nvSpPr>
        <p:spPr>
          <a:xfrm>
            <a:off x="6233008" y="2103120"/>
            <a:ext cx="5410048" cy="3977640"/>
          </a:xfrm>
        </p:spPr>
        <p:txBody>
          <a:bodyPr/>
          <a:lstStyle/>
          <a:p>
            <a:r>
              <a:rPr lang="en-GB"/>
              <a:t>Click to add text</a:t>
            </a:r>
          </a:p>
        </p:txBody>
      </p:sp>
      <p:sp>
        <p:nvSpPr>
          <p:cNvPr id="7" name="Date Placeholder"/>
          <p:cNvSpPr>
            <a:spLocks noGrp="1"/>
          </p:cNvSpPr>
          <p:nvPr>
            <p:ph type="dt" sz="half" idx="10"/>
          </p:nvPr>
        </p:nvSpPr>
        <p:spPr>
          <a:xfrm>
            <a:off x="548640" y="6355080"/>
            <a:ext cx="2560320" cy="320040"/>
          </a:xfrm>
        </p:spPr>
        <p:txBody>
          <a:bodyPr/>
          <a:lstStyle/>
          <a:p>
            <a:endParaRPr lang="en-GB"/>
          </a:p>
        </p:txBody>
      </p:sp>
      <p:sp>
        <p:nvSpPr>
          <p:cNvPr id="8" name="Footer Placeholder"/>
          <p:cNvSpPr>
            <a:spLocks noGrp="1"/>
          </p:cNvSpPr>
          <p:nvPr>
            <p:ph type="ftr" sz="quarter" idx="11"/>
          </p:nvPr>
        </p:nvSpPr>
        <p:spPr>
          <a:xfrm>
            <a:off x="4023360" y="6355080"/>
            <a:ext cx="4144975" cy="320040"/>
          </a:xfrm>
        </p:spPr>
        <p:txBody>
          <a:bodyPr/>
          <a:lstStyle/>
          <a:p>
            <a:endParaRPr lang="en-GB"/>
          </a:p>
        </p:txBody>
      </p:sp>
      <p:sp>
        <p:nvSpPr>
          <p:cNvPr id="9" name="Slide Number Placeholder"/>
          <p:cNvSpPr>
            <a:spLocks noGrp="1"/>
          </p:cNvSpPr>
          <p:nvPr>
            <p:ph type="sldNum" sz="half" idx="12"/>
          </p:nvPr>
        </p:nvSpPr>
        <p:spPr>
          <a:xfrm>
            <a:off x="9082735" y="6355080"/>
            <a:ext cx="2560320" cy="320040"/>
          </a:xfrm>
        </p:spPr>
        <p:txBody>
          <a:bodyPr/>
          <a:lstStyle/>
          <a:p>
            <a:endParaRPr lang="en-GB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20040"/>
            <a:ext cx="11094415" cy="914400"/>
          </a:xfrm>
        </p:spPr>
        <p:txBody>
          <a:bodyPr/>
          <a:lstStyle/>
          <a:p>
            <a:r>
              <a:rPr lang="en-GB"/>
              <a:t>Click to add title</a:t>
            </a:r>
          </a:p>
        </p:txBody>
      </p:sp>
      <p:sp>
        <p:nvSpPr>
          <p:cNvPr id="3" name="Date Placeholder"/>
          <p:cNvSpPr>
            <a:spLocks noGrp="1"/>
          </p:cNvSpPr>
          <p:nvPr>
            <p:ph type="dt" sz="half" idx="10"/>
          </p:nvPr>
        </p:nvSpPr>
        <p:spPr>
          <a:xfrm>
            <a:off x="548640" y="6355080"/>
            <a:ext cx="2560320" cy="320040"/>
          </a:xfrm>
        </p:spPr>
        <p:txBody>
          <a:bodyPr/>
          <a:lstStyle/>
          <a:p>
            <a:endParaRPr lang="en-GB"/>
          </a:p>
        </p:txBody>
      </p:sp>
      <p:sp>
        <p:nvSpPr>
          <p:cNvPr id="4" name="Footer Placeholder"/>
          <p:cNvSpPr>
            <a:spLocks noGrp="1"/>
          </p:cNvSpPr>
          <p:nvPr>
            <p:ph type="ftr" sz="quarter" idx="11"/>
          </p:nvPr>
        </p:nvSpPr>
        <p:spPr>
          <a:xfrm>
            <a:off x="4023360" y="6355080"/>
            <a:ext cx="4144975" cy="320040"/>
          </a:xfrm>
        </p:spPr>
        <p:txBody>
          <a:bodyPr/>
          <a:lstStyle/>
          <a:p>
            <a:endParaRPr lang="en-GB"/>
          </a:p>
        </p:txBody>
      </p:sp>
      <p:sp>
        <p:nvSpPr>
          <p:cNvPr id="5" name="Slide Number Placeholder"/>
          <p:cNvSpPr>
            <a:spLocks noGrp="1"/>
          </p:cNvSpPr>
          <p:nvPr>
            <p:ph type="sldNum" sz="half" idx="12"/>
          </p:nvPr>
        </p:nvSpPr>
        <p:spPr>
          <a:xfrm>
            <a:off x="9082735" y="6355080"/>
            <a:ext cx="2560320" cy="320040"/>
          </a:xfrm>
        </p:spPr>
        <p:txBody>
          <a:bodyPr/>
          <a:lstStyle/>
          <a:p>
            <a:endParaRPr lang="en-GB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"/>
          <p:cNvSpPr>
            <a:spLocks noGrp="1"/>
          </p:cNvSpPr>
          <p:nvPr>
            <p:ph type="dt" sz="half" idx="10"/>
          </p:nvPr>
        </p:nvSpPr>
        <p:spPr>
          <a:xfrm>
            <a:off x="548640" y="6355080"/>
            <a:ext cx="2560320" cy="320040"/>
          </a:xfrm>
        </p:spPr>
        <p:txBody>
          <a:bodyPr/>
          <a:lstStyle/>
          <a:p>
            <a:endParaRPr lang="en-GB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1"/>
          </p:nvPr>
        </p:nvSpPr>
        <p:spPr>
          <a:xfrm>
            <a:off x="4023360" y="6355080"/>
            <a:ext cx="4144975" cy="320040"/>
          </a:xfrm>
        </p:spPr>
        <p:txBody>
          <a:bodyPr/>
          <a:lstStyle/>
          <a:p>
            <a:endParaRPr lang="en-GB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half" idx="12"/>
          </p:nvPr>
        </p:nvSpPr>
        <p:spPr>
          <a:xfrm>
            <a:off x="9082735" y="6355080"/>
            <a:ext cx="2560320" cy="320040"/>
          </a:xfrm>
        </p:spPr>
        <p:txBody>
          <a:bodyPr/>
          <a:lstStyle/>
          <a:p>
            <a:endParaRPr lang="en-GB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type="objTx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411480"/>
            <a:ext cx="3657600" cy="13716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GB"/>
              <a:t>Click to add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80560" y="411480"/>
            <a:ext cx="7162495" cy="5669280"/>
          </a:xfrm>
        </p:spPr>
        <p:txBody>
          <a:bodyPr/>
          <a:lstStyle/>
          <a:p>
            <a:r>
              <a:rPr lang="en-GB"/>
              <a:t>Click to add text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548640" y="1965960"/>
            <a:ext cx="3657600" cy="4114800"/>
          </a:xfrm>
        </p:spPr>
        <p:txBody>
          <a:bodyPr/>
          <a:lstStyle>
            <a:lvl1pPr>
              <a:buNone/>
              <a:defRPr sz="1400"/>
            </a:lvl1pPr>
            <a:lvl2pPr marL="0" indent="0">
              <a:buNone/>
              <a:defRPr sz="1200"/>
            </a:lvl2pPr>
            <a:lvl1pPr>
              <a:defRPr sz="1600"/>
            </a:lvl1pPr>
          </a:lstStyle>
          <a:p>
            <a:r>
              <a:rPr lang="en-GB"/>
              <a:t>Click to add text</a:t>
            </a:r>
          </a:p>
        </p:txBody>
      </p:sp>
      <p:sp>
        <p:nvSpPr>
          <p:cNvPr id="5" name="Date Placeholder"/>
          <p:cNvSpPr>
            <a:spLocks noGrp="1"/>
          </p:cNvSpPr>
          <p:nvPr>
            <p:ph type="dt" sz="half" idx="10"/>
          </p:nvPr>
        </p:nvSpPr>
        <p:spPr>
          <a:xfrm>
            <a:off x="548640" y="6355080"/>
            <a:ext cx="2560320" cy="320040"/>
          </a:xfrm>
        </p:spPr>
        <p:txBody>
          <a:bodyPr/>
          <a:lstStyle/>
          <a:p>
            <a:endParaRPr lang="en-GB"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11"/>
          </p:nvPr>
        </p:nvSpPr>
        <p:spPr>
          <a:xfrm>
            <a:off x="4023360" y="6355080"/>
            <a:ext cx="4144975" cy="320040"/>
          </a:xfrm>
        </p:spPr>
        <p:txBody>
          <a:bodyPr/>
          <a:lstStyle/>
          <a:p>
            <a:endParaRPr lang="en-GB"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half" idx="12"/>
          </p:nvPr>
        </p:nvSpPr>
        <p:spPr>
          <a:xfrm>
            <a:off x="9082735" y="6355080"/>
            <a:ext cx="2560320" cy="320040"/>
          </a:xfrm>
        </p:spPr>
        <p:txBody>
          <a:bodyPr/>
          <a:lstStyle/>
          <a:p>
            <a:endParaRPr lang="en-GB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type="picTx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411480"/>
            <a:ext cx="3657600" cy="13716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GB"/>
              <a:t>Click to add title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4480560" y="411480"/>
            <a:ext cx="7162495" cy="5669280"/>
          </a:xfrm>
        </p:spPr>
        <p:txBody>
          <a:bodyPr/>
          <a:lstStyle/>
          <a:p>
            <a:r>
              <a:rPr lang="en-GB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548640" y="1965960"/>
            <a:ext cx="3657600" cy="4114800"/>
          </a:xfrm>
        </p:spPr>
        <p:txBody>
          <a:bodyPr/>
          <a:lstStyle>
            <a:lvl1pPr>
              <a:buNone/>
              <a:defRPr sz="1400"/>
            </a:lvl1pPr>
            <a:lvl2pPr marL="0" indent="0">
              <a:buNone/>
              <a:defRPr sz="1200"/>
            </a:lvl2pPr>
            <a:lvl1pPr>
              <a:defRPr sz="1600"/>
            </a:lvl1pPr>
          </a:lstStyle>
          <a:p>
            <a:r>
              <a:rPr lang="en-GB"/>
              <a:t>Click to add text</a:t>
            </a:r>
          </a:p>
        </p:txBody>
      </p:sp>
      <p:sp>
        <p:nvSpPr>
          <p:cNvPr id="5" name="Date Placeholder"/>
          <p:cNvSpPr>
            <a:spLocks noGrp="1"/>
          </p:cNvSpPr>
          <p:nvPr>
            <p:ph type="dt" sz="half" idx="10"/>
          </p:nvPr>
        </p:nvSpPr>
        <p:spPr>
          <a:xfrm>
            <a:off x="548640" y="6355080"/>
            <a:ext cx="2560320" cy="320040"/>
          </a:xfrm>
        </p:spPr>
        <p:txBody>
          <a:bodyPr/>
          <a:lstStyle/>
          <a:p>
            <a:endParaRPr lang="en-GB"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11"/>
          </p:nvPr>
        </p:nvSpPr>
        <p:spPr>
          <a:xfrm>
            <a:off x="4023360" y="6355080"/>
            <a:ext cx="4144975" cy="320040"/>
          </a:xfrm>
        </p:spPr>
        <p:txBody>
          <a:bodyPr/>
          <a:lstStyle/>
          <a:p>
            <a:endParaRPr lang="en-GB"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half" idx="12"/>
          </p:nvPr>
        </p:nvSpPr>
        <p:spPr>
          <a:xfrm>
            <a:off x="9082735" y="6355080"/>
            <a:ext cx="2560320" cy="320040"/>
          </a:xfrm>
        </p:spPr>
        <p:txBody>
          <a:bodyPr/>
          <a:lstStyle/>
          <a:p>
            <a:endParaRPr lang="en-GB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type="cust" preserve="1">
  <p:cSld name="Title Slid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/>
          <p:cNvSpPr>
            <a:spLocks noGrp="1"/>
          </p:cNvSpPr>
          <p:nvPr>
            <p:ph type="pic" idx="1"/>
          </p:nvPr>
        </p:nvSpPr>
        <p:spPr>
          <a:xfrm>
            <a:off x="0" y="0"/>
            <a:ext cx="12191695" cy="4206240"/>
          </a:xfrm>
        </p:spPr>
        <p:txBody>
          <a:bodyPr/>
          <a:lstStyle/>
          <a:p>
            <a:r>
              <a:rPr lang="en-GB"/>
              <a:t>Click icon to add picture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>
          <a:xfrm>
            <a:off x="548640" y="4389120"/>
            <a:ext cx="9601200" cy="1097280"/>
          </a:xfrm>
        </p:spPr>
        <p:txBody>
          <a:bodyPr anchor="b"/>
          <a:lstStyle>
            <a:lvl1pPr>
              <a:defRPr sz="4000"/>
            </a:lvl1pPr>
          </a:lstStyle>
          <a:p>
            <a:r>
              <a:rPr lang="en-GB"/>
              <a:t>Click to add title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2"/>
          </p:nvPr>
        </p:nvSpPr>
        <p:spPr>
          <a:xfrm>
            <a:off x="548640" y="5486400"/>
            <a:ext cx="9601200" cy="640080"/>
          </a:xfrm>
        </p:spPr>
        <p:txBody>
          <a:bodyPr/>
          <a:lstStyle>
            <a:lvl1pPr>
              <a:buNone/>
              <a:defRPr sz="2000"/>
            </a:lvl1pPr>
          </a:lstStyle>
          <a:p>
            <a:r>
              <a:rPr lang="en-GB"/>
              <a:t>Click to add subtitle</a:t>
            </a:r>
          </a:p>
        </p:txBody>
      </p:sp>
      <p:sp>
        <p:nvSpPr>
          <p:cNvPr id="5" name="Date Placeholder"/>
          <p:cNvSpPr>
            <a:spLocks noGrp="1"/>
          </p:cNvSpPr>
          <p:nvPr>
            <p:ph type="dt" sz="half" idx="10"/>
          </p:nvPr>
        </p:nvSpPr>
        <p:spPr>
          <a:xfrm>
            <a:off x="548640" y="6355080"/>
            <a:ext cx="2560320" cy="320040"/>
          </a:xfrm>
        </p:spPr>
        <p:txBody>
          <a:bodyPr/>
          <a:lstStyle/>
          <a:p>
            <a:endParaRPr lang="en-GB"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11"/>
          </p:nvPr>
        </p:nvSpPr>
        <p:spPr>
          <a:xfrm>
            <a:off x="4023360" y="6355080"/>
            <a:ext cx="4144975" cy="320040"/>
          </a:xfrm>
        </p:spPr>
        <p:txBody>
          <a:bodyPr/>
          <a:lstStyle/>
          <a:p>
            <a:endParaRPr lang="en-GB"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half" idx="12"/>
          </p:nvPr>
        </p:nvSpPr>
        <p:spPr>
          <a:xfrm>
            <a:off x="9082735" y="6355080"/>
            <a:ext cx="2560320" cy="320040"/>
          </a:xfrm>
        </p:spPr>
        <p:txBody>
          <a:bodyPr/>
          <a:lstStyle/>
          <a:p>
            <a:endParaRPr lang="en-GB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type="cust" preserve="1">
  <p:cSld name="Title Slide with Side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/>
          <p:cNvSpPr>
            <a:spLocks noGrp="1"/>
          </p:cNvSpPr>
          <p:nvPr>
            <p:ph type="pic" idx="1"/>
          </p:nvPr>
        </p:nvSpPr>
        <p:spPr>
          <a:xfrm>
            <a:off x="0" y="0"/>
            <a:ext cx="5852160" cy="6858000"/>
          </a:xfrm>
        </p:spPr>
        <p:txBody>
          <a:bodyPr/>
          <a:lstStyle/>
          <a:p>
            <a:r>
              <a:rPr lang="en-GB"/>
              <a:t>Click icon to add picture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>
          <a:xfrm>
            <a:off x="6400800" y="1737360"/>
            <a:ext cx="5239512" cy="1737360"/>
          </a:xfrm>
        </p:spPr>
        <p:txBody>
          <a:bodyPr anchor="b"/>
          <a:lstStyle>
            <a:lvl1pPr>
              <a:defRPr sz="4000"/>
            </a:lvl1pPr>
          </a:lstStyle>
          <a:p>
            <a:r>
              <a:rPr lang="en-GB"/>
              <a:t>Click to add title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2"/>
          </p:nvPr>
        </p:nvSpPr>
        <p:spPr>
          <a:xfrm>
            <a:off x="6400800" y="3657600"/>
            <a:ext cx="5239512" cy="1280160"/>
          </a:xfrm>
        </p:spPr>
        <p:txBody>
          <a:bodyPr/>
          <a:lstStyle>
            <a:lvl1pPr>
              <a:buNone/>
              <a:defRPr sz="2000"/>
            </a:lvl1pPr>
          </a:lstStyle>
          <a:p>
            <a:r>
              <a:rPr lang="en-GB"/>
              <a:t>Click to add subtitle</a:t>
            </a:r>
          </a:p>
        </p:txBody>
      </p:sp>
      <p:sp>
        <p:nvSpPr>
          <p:cNvPr id="5" name="Date Placeholder"/>
          <p:cNvSpPr>
            <a:spLocks noGrp="1"/>
          </p:cNvSpPr>
          <p:nvPr>
            <p:ph type="dt" sz="half" idx="10"/>
          </p:nvPr>
        </p:nvSpPr>
        <p:spPr>
          <a:xfrm>
            <a:off x="548640" y="6355080"/>
            <a:ext cx="2560320" cy="320040"/>
          </a:xfrm>
        </p:spPr>
        <p:txBody>
          <a:bodyPr/>
          <a:lstStyle/>
          <a:p>
            <a:endParaRPr lang="en-GB"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11"/>
          </p:nvPr>
        </p:nvSpPr>
        <p:spPr>
          <a:xfrm>
            <a:off x="4023360" y="6355080"/>
            <a:ext cx="4144975" cy="320040"/>
          </a:xfrm>
        </p:spPr>
        <p:txBody>
          <a:bodyPr/>
          <a:lstStyle/>
          <a:p>
            <a:endParaRPr lang="en-GB"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half" idx="12"/>
          </p:nvPr>
        </p:nvSpPr>
        <p:spPr>
          <a:xfrm>
            <a:off x="9082735" y="6355080"/>
            <a:ext cx="2560320" cy="320040"/>
          </a:xfrm>
        </p:spPr>
        <p:txBody>
          <a:bodyPr/>
          <a:lstStyle/>
          <a:p>
            <a:endParaRPr lang="en-GB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type="cust" preserve="1">
  <p:cSld name="Title and Full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/>
          <p:cNvSpPr>
            <a:spLocks noGrp="1"/>
          </p:cNvSpPr>
          <p:nvPr>
            <p:ph type="pic" idx="1"/>
          </p:nvPr>
        </p:nvSpPr>
        <p:spPr>
          <a:xfrm>
            <a:off x="0" y="0"/>
            <a:ext cx="12191695" cy="4937760"/>
          </a:xfrm>
        </p:spPr>
        <p:txBody>
          <a:bodyPr/>
          <a:lstStyle/>
          <a:p>
            <a:r>
              <a:rPr lang="en-GB"/>
              <a:t>Click icon to add picture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548640" y="5120640"/>
            <a:ext cx="11094415" cy="1005840"/>
          </a:xfrm>
        </p:spPr>
        <p:txBody>
          <a:bodyPr anchor="t"/>
          <a:lstStyle>
            <a:lvl1pPr>
              <a:defRPr sz="3600"/>
            </a:lvl1pPr>
          </a:lstStyle>
          <a:p>
            <a:r>
              <a:rPr lang="en-GB"/>
              <a:t>Click to add title</a:t>
            </a:r>
          </a:p>
        </p:txBody>
      </p:sp>
      <p:sp>
        <p:nvSpPr>
          <p:cNvPr id="4" name="Date Placeholder"/>
          <p:cNvSpPr>
            <a:spLocks noGrp="1"/>
          </p:cNvSpPr>
          <p:nvPr>
            <p:ph type="dt" sz="half" idx="10"/>
          </p:nvPr>
        </p:nvSpPr>
        <p:spPr>
          <a:xfrm>
            <a:off x="548640" y="6355080"/>
            <a:ext cx="2560320" cy="320040"/>
          </a:xfrm>
        </p:spPr>
        <p:txBody>
          <a:bodyPr/>
          <a:lstStyle/>
          <a:p>
            <a:endParaRPr lang="en-GB"/>
          </a:p>
        </p:txBody>
      </p:sp>
      <p:sp>
        <p:nvSpPr>
          <p:cNvPr id="5" name="Footer Placeholder"/>
          <p:cNvSpPr>
            <a:spLocks noGrp="1"/>
          </p:cNvSpPr>
          <p:nvPr>
            <p:ph type="ftr" sz="quarter" idx="11"/>
          </p:nvPr>
        </p:nvSpPr>
        <p:spPr>
          <a:xfrm>
            <a:off x="4023360" y="6355080"/>
            <a:ext cx="4144975" cy="320040"/>
          </a:xfrm>
        </p:spPr>
        <p:txBody>
          <a:bodyPr/>
          <a:lstStyle/>
          <a:p>
            <a:endParaRPr lang="en-GB"/>
          </a:p>
        </p:txBody>
      </p:sp>
      <p:sp>
        <p:nvSpPr>
          <p:cNvPr id="6" name="Slide Number Placeholder"/>
          <p:cNvSpPr>
            <a:spLocks noGrp="1"/>
          </p:cNvSpPr>
          <p:nvPr>
            <p:ph type="sldNum" sz="half" idx="12"/>
          </p:nvPr>
        </p:nvSpPr>
        <p:spPr>
          <a:xfrm>
            <a:off x="9082735" y="6355080"/>
            <a:ext cx="2560320" cy="320040"/>
          </a:xfrm>
        </p:spPr>
        <p:txBody>
          <a:bodyPr/>
          <a:lstStyle/>
          <a:p>
            <a:endParaRPr lang="en-GB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type="cust" preserve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80160" y="1463040"/>
            <a:ext cx="9631375" cy="3291840"/>
          </a:xfrm>
        </p:spPr>
        <p:txBody>
          <a:bodyPr anchor="ctr"/>
          <a:lstStyle>
            <a:lvl1pPr algn="ctr">
              <a:defRPr sz="4000"/>
            </a:lvl1pPr>
          </a:lstStyle>
          <a:p>
            <a:r>
              <a:rPr lang="en-GB"/>
              <a:t>Click to add title</a:t>
            </a:r>
          </a:p>
        </p:txBody>
      </p:sp>
      <p:sp>
        <p:nvSpPr>
          <p:cNvPr id="3" name="Date Placeholder"/>
          <p:cNvSpPr>
            <a:spLocks noGrp="1"/>
          </p:cNvSpPr>
          <p:nvPr>
            <p:ph type="dt" sz="half" idx="10"/>
          </p:nvPr>
        </p:nvSpPr>
        <p:spPr>
          <a:xfrm>
            <a:off x="548640" y="6355080"/>
            <a:ext cx="2560320" cy="320040"/>
          </a:xfrm>
        </p:spPr>
        <p:txBody>
          <a:bodyPr/>
          <a:lstStyle/>
          <a:p>
            <a:endParaRPr lang="en-GB"/>
          </a:p>
        </p:txBody>
      </p:sp>
      <p:sp>
        <p:nvSpPr>
          <p:cNvPr id="4" name="Footer Placeholder"/>
          <p:cNvSpPr>
            <a:spLocks noGrp="1"/>
          </p:cNvSpPr>
          <p:nvPr>
            <p:ph type="ftr" sz="quarter" idx="11"/>
          </p:nvPr>
        </p:nvSpPr>
        <p:spPr>
          <a:xfrm>
            <a:off x="4023360" y="6355080"/>
            <a:ext cx="4144975" cy="320040"/>
          </a:xfrm>
        </p:spPr>
        <p:txBody>
          <a:bodyPr/>
          <a:lstStyle/>
          <a:p>
            <a:endParaRPr lang="en-GB"/>
          </a:p>
        </p:txBody>
      </p:sp>
      <p:sp>
        <p:nvSpPr>
          <p:cNvPr id="5" name="Slide Number Placeholder"/>
          <p:cNvSpPr>
            <a:spLocks noGrp="1"/>
          </p:cNvSpPr>
          <p:nvPr>
            <p:ph type="sldNum" sz="half" idx="12"/>
          </p:nvPr>
        </p:nvSpPr>
        <p:spPr>
          <a:xfrm>
            <a:off x="9082735" y="6355080"/>
            <a:ext cx="2560320" cy="320040"/>
          </a:xfrm>
        </p:spPr>
        <p:txBody>
          <a:bodyPr/>
          <a:lstStyle/>
          <a:p>
            <a:endParaRPr lang="en-GB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type="cust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Quote 1"/>
          <p:cNvSpPr>
            <a:spLocks noGrp="1"/>
          </p:cNvSpPr>
          <p:nvPr>
            <p:ph type="body" idx="1"/>
          </p:nvPr>
        </p:nvSpPr>
        <p:spPr>
          <a:xfrm>
            <a:off x="1280160" y="1280160"/>
            <a:ext cx="9631375" cy="3383280"/>
          </a:xfrm>
        </p:spPr>
        <p:txBody>
          <a:bodyPr anchor="b"/>
          <a:lstStyle>
            <a:lvl1pPr>
              <a:buNone/>
              <a:defRPr sz="3200"/>
            </a:lvl1pPr>
          </a:lstStyle>
          <a:p>
            <a:r>
              <a:rPr lang="en-GB"/>
              <a:t>Click to add text</a:t>
            </a:r>
          </a:p>
        </p:txBody>
      </p:sp>
      <p:sp>
        <p:nvSpPr>
          <p:cNvPr id="3" name="Attribution 2"/>
          <p:cNvSpPr>
            <a:spLocks noGrp="1"/>
          </p:cNvSpPr>
          <p:nvPr>
            <p:ph type="body" idx="2"/>
          </p:nvPr>
        </p:nvSpPr>
        <p:spPr>
          <a:xfrm>
            <a:off x="1280160" y="4846320"/>
            <a:ext cx="9631375" cy="822960"/>
          </a:xfrm>
        </p:spPr>
        <p:txBody>
          <a:bodyPr/>
          <a:lstStyle>
            <a:lvl1pPr>
              <a:buNone/>
              <a:defRPr sz="1600"/>
            </a:lvl1pPr>
          </a:lstStyle>
          <a:p>
            <a:r>
              <a:rPr lang="en-GB"/>
              <a:t>Click to add text</a:t>
            </a:r>
          </a:p>
        </p:txBody>
      </p:sp>
      <p:sp>
        <p:nvSpPr>
          <p:cNvPr id="4" name="Date Placeholder"/>
          <p:cNvSpPr>
            <a:spLocks noGrp="1"/>
          </p:cNvSpPr>
          <p:nvPr>
            <p:ph type="dt" sz="half" idx="10"/>
          </p:nvPr>
        </p:nvSpPr>
        <p:spPr>
          <a:xfrm>
            <a:off x="548640" y="6355080"/>
            <a:ext cx="2560320" cy="320040"/>
          </a:xfrm>
        </p:spPr>
        <p:txBody>
          <a:bodyPr/>
          <a:lstStyle/>
          <a:p>
            <a:endParaRPr lang="en-GB"/>
          </a:p>
        </p:txBody>
      </p:sp>
      <p:sp>
        <p:nvSpPr>
          <p:cNvPr id="5" name="Footer Placeholder"/>
          <p:cNvSpPr>
            <a:spLocks noGrp="1"/>
          </p:cNvSpPr>
          <p:nvPr>
            <p:ph type="ftr" sz="quarter" idx="11"/>
          </p:nvPr>
        </p:nvSpPr>
        <p:spPr>
          <a:xfrm>
            <a:off x="4023360" y="6355080"/>
            <a:ext cx="4144975" cy="320040"/>
          </a:xfrm>
        </p:spPr>
        <p:txBody>
          <a:bodyPr/>
          <a:lstStyle/>
          <a:p>
            <a:endParaRPr lang="en-GB"/>
          </a:p>
        </p:txBody>
      </p:sp>
      <p:sp>
        <p:nvSpPr>
          <p:cNvPr id="6" name="Slide Number Placeholder"/>
          <p:cNvSpPr>
            <a:spLocks noGrp="1"/>
          </p:cNvSpPr>
          <p:nvPr>
            <p:ph type="sldNum" sz="half" idx="12"/>
          </p:nvPr>
        </p:nvSpPr>
        <p:spPr>
          <a:xfrm>
            <a:off x="9082735" y="6355080"/>
            <a:ext cx="2560320" cy="320040"/>
          </a:xfrm>
        </p:spPr>
        <p:txBody>
          <a:bodyPr/>
          <a:lstStyle/>
          <a:p>
            <a:endParaRPr lang="en-GB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type="cust" preserve="1">
  <p:cSld name="Quot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/>
          <p:cNvSpPr>
            <a:spLocks noGrp="1"/>
          </p:cNvSpPr>
          <p:nvPr>
            <p:ph type="pic" idx="1"/>
          </p:nvPr>
        </p:nvSpPr>
        <p:spPr>
          <a:xfrm>
            <a:off x="548640" y="548640"/>
            <a:ext cx="4206240" cy="5760720"/>
          </a:xfrm>
        </p:spPr>
        <p:txBody>
          <a:bodyPr/>
          <a:lstStyle/>
          <a:p>
            <a:r>
              <a:rPr lang="en-GB"/>
              <a:t>Click icon to add picture</a:t>
            </a:r>
          </a:p>
        </p:txBody>
      </p:sp>
      <p:sp>
        <p:nvSpPr>
          <p:cNvPr id="3" name="Quote 2"/>
          <p:cNvSpPr>
            <a:spLocks noGrp="1"/>
          </p:cNvSpPr>
          <p:nvPr>
            <p:ph type="body" idx="2"/>
          </p:nvPr>
        </p:nvSpPr>
        <p:spPr>
          <a:xfrm>
            <a:off x="5120640" y="1097280"/>
            <a:ext cx="6519672" cy="3566160"/>
          </a:xfrm>
        </p:spPr>
        <p:txBody>
          <a:bodyPr anchor="b"/>
          <a:lstStyle>
            <a:lvl1pPr>
              <a:buNone/>
              <a:defRPr sz="2800"/>
            </a:lvl1pPr>
          </a:lstStyle>
          <a:p>
            <a:r>
              <a:rPr lang="en-GB"/>
              <a:t>Click to add text</a:t>
            </a:r>
          </a:p>
        </p:txBody>
      </p:sp>
      <p:sp>
        <p:nvSpPr>
          <p:cNvPr id="4" name="Attribution 3"/>
          <p:cNvSpPr>
            <a:spLocks noGrp="1"/>
          </p:cNvSpPr>
          <p:nvPr>
            <p:ph type="body" idx="3"/>
          </p:nvPr>
        </p:nvSpPr>
        <p:spPr>
          <a:xfrm>
            <a:off x="5120640" y="4846320"/>
            <a:ext cx="6519672" cy="822960"/>
          </a:xfrm>
        </p:spPr>
        <p:txBody>
          <a:bodyPr/>
          <a:lstStyle>
            <a:lvl1pPr>
              <a:buNone/>
              <a:defRPr sz="1600"/>
            </a:lvl1pPr>
          </a:lstStyle>
          <a:p>
            <a:r>
              <a:rPr lang="en-GB"/>
              <a:t>Click to add text</a:t>
            </a:r>
          </a:p>
        </p:txBody>
      </p:sp>
      <p:sp>
        <p:nvSpPr>
          <p:cNvPr id="5" name="Date Placeholder"/>
          <p:cNvSpPr>
            <a:spLocks noGrp="1"/>
          </p:cNvSpPr>
          <p:nvPr>
            <p:ph type="dt" sz="half" idx="10"/>
          </p:nvPr>
        </p:nvSpPr>
        <p:spPr>
          <a:xfrm>
            <a:off x="548640" y="6355080"/>
            <a:ext cx="2560320" cy="320040"/>
          </a:xfrm>
        </p:spPr>
        <p:txBody>
          <a:bodyPr/>
          <a:lstStyle/>
          <a:p>
            <a:endParaRPr lang="en-GB"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11"/>
          </p:nvPr>
        </p:nvSpPr>
        <p:spPr>
          <a:xfrm>
            <a:off x="4023360" y="6355080"/>
            <a:ext cx="4144975" cy="320040"/>
          </a:xfrm>
        </p:spPr>
        <p:txBody>
          <a:bodyPr/>
          <a:lstStyle/>
          <a:p>
            <a:endParaRPr lang="en-GB"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half" idx="12"/>
          </p:nvPr>
        </p:nvSpPr>
        <p:spPr>
          <a:xfrm>
            <a:off x="9082735" y="6355080"/>
            <a:ext cx="2560320" cy="320040"/>
          </a:xfrm>
        </p:spPr>
        <p:txBody>
          <a:bodyPr/>
          <a:lstStyle/>
          <a:p>
            <a:endParaRPr lang="en-GB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type="cust" preserve="1">
  <p:cSld name="Title, Sub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20040"/>
            <a:ext cx="11094415" cy="914400"/>
          </a:xfrm>
        </p:spPr>
        <p:txBody>
          <a:bodyPr/>
          <a:lstStyle/>
          <a:p>
            <a:r>
              <a:rPr lang="en-GB"/>
              <a:t>Click to add 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>
          <a:xfrm>
            <a:off x="548640" y="1234440"/>
            <a:ext cx="11094415" cy="548640"/>
          </a:xfrm>
        </p:spPr>
        <p:txBody>
          <a:bodyPr/>
          <a:lstStyle>
            <a:lvl1pPr>
              <a:buNone/>
              <a:defRPr sz="1800"/>
            </a:lvl1pPr>
          </a:lstStyle>
          <a:p>
            <a:r>
              <a:rPr lang="en-GB"/>
              <a:t>Click to add text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/>
          </p:nvPr>
        </p:nvSpPr>
        <p:spPr>
          <a:xfrm>
            <a:off x="548640" y="1920240"/>
            <a:ext cx="11094415" cy="4160520"/>
          </a:xfrm>
        </p:spPr>
        <p:txBody>
          <a:bodyPr/>
          <a:lstStyle/>
          <a:p>
            <a:r>
              <a:rPr lang="en-GB"/>
              <a:t>Click to add text</a:t>
            </a:r>
          </a:p>
        </p:txBody>
      </p:sp>
      <p:sp>
        <p:nvSpPr>
          <p:cNvPr id="5" name="Date Placeholder"/>
          <p:cNvSpPr>
            <a:spLocks noGrp="1"/>
          </p:cNvSpPr>
          <p:nvPr>
            <p:ph type="dt" sz="half" idx="10"/>
          </p:nvPr>
        </p:nvSpPr>
        <p:spPr>
          <a:xfrm>
            <a:off x="548640" y="6355080"/>
            <a:ext cx="2560320" cy="320040"/>
          </a:xfrm>
        </p:spPr>
        <p:txBody>
          <a:bodyPr/>
          <a:lstStyle/>
          <a:p>
            <a:endParaRPr lang="en-GB"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11"/>
          </p:nvPr>
        </p:nvSpPr>
        <p:spPr>
          <a:xfrm>
            <a:off x="4023360" y="6355080"/>
            <a:ext cx="4144975" cy="320040"/>
          </a:xfrm>
        </p:spPr>
        <p:txBody>
          <a:bodyPr/>
          <a:lstStyle/>
          <a:p>
            <a:endParaRPr lang="en-GB"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half" idx="12"/>
          </p:nvPr>
        </p:nvSpPr>
        <p:spPr>
          <a:xfrm>
            <a:off x="9082735" y="6355080"/>
            <a:ext cx="2560320" cy="320040"/>
          </a:xfrm>
        </p:spPr>
        <p:txBody>
          <a:bodyPr/>
          <a:lstStyle/>
          <a:p>
            <a:endParaRPr lang="en-GB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type="cust" preserve="1">
  <p:cSld name="Two Content, Narrow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20040"/>
            <a:ext cx="11094415" cy="914400"/>
          </a:xfrm>
        </p:spPr>
        <p:txBody>
          <a:bodyPr/>
          <a:lstStyle/>
          <a:p>
            <a:r>
              <a:rPr lang="en-GB"/>
              <a:t>Click to add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417320"/>
            <a:ext cx="3606698" cy="4663440"/>
          </a:xfrm>
        </p:spPr>
        <p:txBody>
          <a:bodyPr/>
          <a:lstStyle/>
          <a:p>
            <a:r>
              <a:rPr lang="en-GB"/>
              <a:t>Click to add text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/>
          </p:nvPr>
        </p:nvSpPr>
        <p:spPr>
          <a:xfrm>
            <a:off x="4429658" y="1417320"/>
            <a:ext cx="7213397" cy="4663440"/>
          </a:xfrm>
        </p:spPr>
        <p:txBody>
          <a:bodyPr/>
          <a:lstStyle/>
          <a:p>
            <a:r>
              <a:rPr lang="en-GB"/>
              <a:t>Click to add text</a:t>
            </a:r>
          </a:p>
        </p:txBody>
      </p:sp>
      <p:sp>
        <p:nvSpPr>
          <p:cNvPr id="5" name="Date Placeholder"/>
          <p:cNvSpPr>
            <a:spLocks noGrp="1"/>
          </p:cNvSpPr>
          <p:nvPr>
            <p:ph type="dt" sz="half" idx="10"/>
          </p:nvPr>
        </p:nvSpPr>
        <p:spPr>
          <a:xfrm>
            <a:off x="548640" y="6355080"/>
            <a:ext cx="2560320" cy="320040"/>
          </a:xfrm>
        </p:spPr>
        <p:txBody>
          <a:bodyPr/>
          <a:lstStyle/>
          <a:p>
            <a:endParaRPr lang="en-GB"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11"/>
          </p:nvPr>
        </p:nvSpPr>
        <p:spPr>
          <a:xfrm>
            <a:off x="4023360" y="6355080"/>
            <a:ext cx="4144975" cy="320040"/>
          </a:xfrm>
        </p:spPr>
        <p:txBody>
          <a:bodyPr/>
          <a:lstStyle/>
          <a:p>
            <a:endParaRPr lang="en-GB"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half" idx="12"/>
          </p:nvPr>
        </p:nvSpPr>
        <p:spPr>
          <a:xfrm>
            <a:off x="9082735" y="6355080"/>
            <a:ext cx="2560320" cy="320040"/>
          </a:xfrm>
        </p:spPr>
        <p:txBody>
          <a:bodyPr/>
          <a:lstStyle/>
          <a:p>
            <a:endParaRPr lang="en-GB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type="cust" preserve="1">
  <p:cSld name="Two Content, Narrow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20040"/>
            <a:ext cx="11094415" cy="914400"/>
          </a:xfrm>
        </p:spPr>
        <p:txBody>
          <a:bodyPr/>
          <a:lstStyle/>
          <a:p>
            <a:r>
              <a:rPr lang="en-GB"/>
              <a:t>Click to add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417320"/>
            <a:ext cx="7213397" cy="4663440"/>
          </a:xfrm>
        </p:spPr>
        <p:txBody>
          <a:bodyPr/>
          <a:lstStyle/>
          <a:p>
            <a:r>
              <a:rPr lang="en-GB"/>
              <a:t>Click to add text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/>
          </p:nvPr>
        </p:nvSpPr>
        <p:spPr>
          <a:xfrm>
            <a:off x="8036357" y="1417320"/>
            <a:ext cx="3606698" cy="4663440"/>
          </a:xfrm>
        </p:spPr>
        <p:txBody>
          <a:bodyPr/>
          <a:lstStyle/>
          <a:p>
            <a:r>
              <a:rPr lang="en-GB"/>
              <a:t>Click to add text</a:t>
            </a:r>
          </a:p>
        </p:txBody>
      </p:sp>
      <p:sp>
        <p:nvSpPr>
          <p:cNvPr id="5" name="Date Placeholder"/>
          <p:cNvSpPr>
            <a:spLocks noGrp="1"/>
          </p:cNvSpPr>
          <p:nvPr>
            <p:ph type="dt" sz="half" idx="10"/>
          </p:nvPr>
        </p:nvSpPr>
        <p:spPr>
          <a:xfrm>
            <a:off x="548640" y="6355080"/>
            <a:ext cx="2560320" cy="320040"/>
          </a:xfrm>
        </p:spPr>
        <p:txBody>
          <a:bodyPr/>
          <a:lstStyle/>
          <a:p>
            <a:endParaRPr lang="en-GB"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11"/>
          </p:nvPr>
        </p:nvSpPr>
        <p:spPr>
          <a:xfrm>
            <a:off x="4023360" y="6355080"/>
            <a:ext cx="4144975" cy="320040"/>
          </a:xfrm>
        </p:spPr>
        <p:txBody>
          <a:bodyPr/>
          <a:lstStyle/>
          <a:p>
            <a:endParaRPr lang="en-GB"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half" idx="12"/>
          </p:nvPr>
        </p:nvSpPr>
        <p:spPr>
          <a:xfrm>
            <a:off x="9082735" y="6355080"/>
            <a:ext cx="2560320" cy="320040"/>
          </a:xfrm>
        </p:spPr>
        <p:txBody>
          <a:bodyPr/>
          <a:lstStyle/>
          <a:p>
            <a:endParaRPr lang="en-GB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type="cust" preserve="1">
  <p:cSld name="Thre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20040"/>
            <a:ext cx="11094415" cy="914400"/>
          </a:xfrm>
        </p:spPr>
        <p:txBody>
          <a:bodyPr/>
          <a:lstStyle/>
          <a:p>
            <a:r>
              <a:rPr lang="en-GB"/>
              <a:t>Click to add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417320"/>
            <a:ext cx="3515258" cy="4663440"/>
          </a:xfrm>
        </p:spPr>
        <p:txBody>
          <a:bodyPr/>
          <a:lstStyle/>
          <a:p>
            <a:r>
              <a:rPr lang="en-GB"/>
              <a:t>Click to add text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/>
          </p:nvPr>
        </p:nvSpPr>
        <p:spPr>
          <a:xfrm>
            <a:off x="4338218" y="1417320"/>
            <a:ext cx="3515258" cy="4663440"/>
          </a:xfrm>
        </p:spPr>
        <p:txBody>
          <a:bodyPr/>
          <a:lstStyle/>
          <a:p>
            <a:r>
              <a:rPr lang="en-GB"/>
              <a:t>Click to add text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3"/>
          </p:nvPr>
        </p:nvSpPr>
        <p:spPr>
          <a:xfrm>
            <a:off x="8127797" y="1417320"/>
            <a:ext cx="3515258" cy="4663440"/>
          </a:xfrm>
        </p:spPr>
        <p:txBody>
          <a:bodyPr/>
          <a:lstStyle/>
          <a:p>
            <a:r>
              <a:rPr lang="en-GB"/>
              <a:t>Click to add text</a:t>
            </a:r>
          </a:p>
        </p:txBody>
      </p:sp>
      <p:sp>
        <p:nvSpPr>
          <p:cNvPr id="6" name="Date Placeholder"/>
          <p:cNvSpPr>
            <a:spLocks noGrp="1"/>
          </p:cNvSpPr>
          <p:nvPr>
            <p:ph type="dt" sz="half" idx="10"/>
          </p:nvPr>
        </p:nvSpPr>
        <p:spPr>
          <a:xfrm>
            <a:off x="548640" y="6355080"/>
            <a:ext cx="2560320" cy="320040"/>
          </a:xfrm>
        </p:spPr>
        <p:txBody>
          <a:bodyPr/>
          <a:lstStyle/>
          <a:p>
            <a:endParaRPr lang="en-GB"/>
          </a:p>
        </p:txBody>
      </p:sp>
      <p:sp>
        <p:nvSpPr>
          <p:cNvPr id="7" name="Footer Placeholder"/>
          <p:cNvSpPr>
            <a:spLocks noGrp="1"/>
          </p:cNvSpPr>
          <p:nvPr>
            <p:ph type="ftr" sz="quarter" idx="11"/>
          </p:nvPr>
        </p:nvSpPr>
        <p:spPr>
          <a:xfrm>
            <a:off x="4023360" y="6355080"/>
            <a:ext cx="4144975" cy="320040"/>
          </a:xfrm>
        </p:spPr>
        <p:txBody>
          <a:bodyPr/>
          <a:lstStyle/>
          <a:p>
            <a:endParaRPr lang="en-GB"/>
          </a:p>
        </p:txBody>
      </p:sp>
      <p:sp>
        <p:nvSpPr>
          <p:cNvPr id="8" name="Slide Number Placeholder"/>
          <p:cNvSpPr>
            <a:spLocks noGrp="1"/>
          </p:cNvSpPr>
          <p:nvPr>
            <p:ph type="sldNum" sz="half" idx="12"/>
          </p:nvPr>
        </p:nvSpPr>
        <p:spPr>
          <a:xfrm>
            <a:off x="9082735" y="6355080"/>
            <a:ext cx="2560320" cy="320040"/>
          </a:xfrm>
        </p:spPr>
        <p:txBody>
          <a:bodyPr/>
          <a:lstStyle/>
          <a:p>
            <a:endParaRPr lang="en-GB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type="cust" preserve="1">
  <p:cSld name="Fou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20040"/>
            <a:ext cx="11094415" cy="914400"/>
          </a:xfrm>
        </p:spPr>
        <p:txBody>
          <a:bodyPr/>
          <a:lstStyle/>
          <a:p>
            <a:r>
              <a:rPr lang="en-GB"/>
              <a:t>Click to add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417320"/>
            <a:ext cx="2602154" cy="4663440"/>
          </a:xfrm>
        </p:spPr>
        <p:txBody>
          <a:bodyPr/>
          <a:lstStyle/>
          <a:p>
            <a:r>
              <a:rPr lang="en-GB"/>
              <a:t>Click to add text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/>
          </p:nvPr>
        </p:nvSpPr>
        <p:spPr>
          <a:xfrm>
            <a:off x="3379394" y="1417320"/>
            <a:ext cx="2602154" cy="4663440"/>
          </a:xfrm>
        </p:spPr>
        <p:txBody>
          <a:bodyPr/>
          <a:lstStyle/>
          <a:p>
            <a:r>
              <a:rPr lang="en-GB"/>
              <a:t>Click to add text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3"/>
          </p:nvPr>
        </p:nvSpPr>
        <p:spPr>
          <a:xfrm>
            <a:off x="6210148" y="1417320"/>
            <a:ext cx="2602154" cy="4663440"/>
          </a:xfrm>
        </p:spPr>
        <p:txBody>
          <a:bodyPr/>
          <a:lstStyle/>
          <a:p>
            <a:r>
              <a:rPr lang="en-GB"/>
              <a:t>Click to add text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4"/>
          </p:nvPr>
        </p:nvSpPr>
        <p:spPr>
          <a:xfrm>
            <a:off x="9040901" y="1417320"/>
            <a:ext cx="2602154" cy="4663440"/>
          </a:xfrm>
        </p:spPr>
        <p:txBody>
          <a:bodyPr/>
          <a:lstStyle/>
          <a:p>
            <a:r>
              <a:rPr lang="en-GB"/>
              <a:t>Click to add text</a:t>
            </a:r>
          </a:p>
        </p:txBody>
      </p:sp>
      <p:sp>
        <p:nvSpPr>
          <p:cNvPr id="7" name="Date Placeholder"/>
          <p:cNvSpPr>
            <a:spLocks noGrp="1"/>
          </p:cNvSpPr>
          <p:nvPr>
            <p:ph type="dt" sz="half" idx="10"/>
          </p:nvPr>
        </p:nvSpPr>
        <p:spPr>
          <a:xfrm>
            <a:off x="548640" y="6355080"/>
            <a:ext cx="2560320" cy="320040"/>
          </a:xfrm>
        </p:spPr>
        <p:txBody>
          <a:bodyPr/>
          <a:lstStyle/>
          <a:p>
            <a:endParaRPr lang="en-GB"/>
          </a:p>
        </p:txBody>
      </p:sp>
      <p:sp>
        <p:nvSpPr>
          <p:cNvPr id="8" name="Footer Placeholder"/>
          <p:cNvSpPr>
            <a:spLocks noGrp="1"/>
          </p:cNvSpPr>
          <p:nvPr>
            <p:ph type="ftr" sz="quarter" idx="11"/>
          </p:nvPr>
        </p:nvSpPr>
        <p:spPr>
          <a:xfrm>
            <a:off x="4023360" y="6355080"/>
            <a:ext cx="4144975" cy="320040"/>
          </a:xfrm>
        </p:spPr>
        <p:txBody>
          <a:bodyPr/>
          <a:lstStyle/>
          <a:p>
            <a:endParaRPr lang="en-GB"/>
          </a:p>
        </p:txBody>
      </p:sp>
      <p:sp>
        <p:nvSpPr>
          <p:cNvPr id="9" name="Slide Number Placeholder"/>
          <p:cNvSpPr>
            <a:spLocks noGrp="1"/>
          </p:cNvSpPr>
          <p:nvPr>
            <p:ph type="sldNum" sz="half" idx="12"/>
          </p:nvPr>
        </p:nvSpPr>
        <p:spPr>
          <a:xfrm>
            <a:off x="9082735" y="6355080"/>
            <a:ext cx="2560320" cy="320040"/>
          </a:xfrm>
        </p:spPr>
        <p:txBody>
          <a:bodyPr/>
          <a:lstStyle/>
          <a:p>
            <a:endParaRPr lang="en-GB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type="cust" preserve="1">
  <p:cSld name="Four Content Gri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20040"/>
            <a:ext cx="11094415" cy="914400"/>
          </a:xfrm>
        </p:spPr>
        <p:txBody>
          <a:bodyPr/>
          <a:lstStyle/>
          <a:p>
            <a:r>
              <a:rPr lang="en-GB"/>
              <a:t>Click to add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417320"/>
            <a:ext cx="5410048" cy="2194560"/>
          </a:xfrm>
        </p:spPr>
        <p:txBody>
          <a:bodyPr/>
          <a:lstStyle/>
          <a:p>
            <a:r>
              <a:rPr lang="en-GB"/>
              <a:t>Click to add text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/>
          </p:nvPr>
        </p:nvSpPr>
        <p:spPr>
          <a:xfrm>
            <a:off x="6233008" y="1417320"/>
            <a:ext cx="5410048" cy="2194560"/>
          </a:xfrm>
        </p:spPr>
        <p:txBody>
          <a:bodyPr/>
          <a:lstStyle/>
          <a:p>
            <a:r>
              <a:rPr lang="en-GB"/>
              <a:t>Click to add text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3"/>
          </p:nvPr>
        </p:nvSpPr>
        <p:spPr>
          <a:xfrm>
            <a:off x="548640" y="3886200"/>
            <a:ext cx="5410048" cy="2194560"/>
          </a:xfrm>
        </p:spPr>
        <p:txBody>
          <a:bodyPr/>
          <a:lstStyle/>
          <a:p>
            <a:r>
              <a:rPr lang="en-GB"/>
              <a:t>Click to add text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4"/>
          </p:nvPr>
        </p:nvSpPr>
        <p:spPr>
          <a:xfrm>
            <a:off x="6233008" y="3886200"/>
            <a:ext cx="5410048" cy="2194560"/>
          </a:xfrm>
        </p:spPr>
        <p:txBody>
          <a:bodyPr/>
          <a:lstStyle/>
          <a:p>
            <a:r>
              <a:rPr lang="en-GB"/>
              <a:t>Click to add text</a:t>
            </a:r>
          </a:p>
        </p:txBody>
      </p:sp>
      <p:sp>
        <p:nvSpPr>
          <p:cNvPr id="7" name="Date Placeholder"/>
          <p:cNvSpPr>
            <a:spLocks noGrp="1"/>
          </p:cNvSpPr>
          <p:nvPr>
            <p:ph type="dt" sz="half" idx="10"/>
          </p:nvPr>
        </p:nvSpPr>
        <p:spPr>
          <a:xfrm>
            <a:off x="548640" y="6355080"/>
            <a:ext cx="2560320" cy="320040"/>
          </a:xfrm>
        </p:spPr>
        <p:txBody>
          <a:bodyPr/>
          <a:lstStyle/>
          <a:p>
            <a:endParaRPr lang="en-GB"/>
          </a:p>
        </p:txBody>
      </p:sp>
      <p:sp>
        <p:nvSpPr>
          <p:cNvPr id="8" name="Footer Placeholder"/>
          <p:cNvSpPr>
            <a:spLocks noGrp="1"/>
          </p:cNvSpPr>
          <p:nvPr>
            <p:ph type="ftr" sz="quarter" idx="11"/>
          </p:nvPr>
        </p:nvSpPr>
        <p:spPr>
          <a:xfrm>
            <a:off x="4023360" y="6355080"/>
            <a:ext cx="4144975" cy="320040"/>
          </a:xfrm>
        </p:spPr>
        <p:txBody>
          <a:bodyPr/>
          <a:lstStyle/>
          <a:p>
            <a:endParaRPr lang="en-GB"/>
          </a:p>
        </p:txBody>
      </p:sp>
      <p:sp>
        <p:nvSpPr>
          <p:cNvPr id="9" name="Slide Number Placeholder"/>
          <p:cNvSpPr>
            <a:spLocks noGrp="1"/>
          </p:cNvSpPr>
          <p:nvPr>
            <p:ph type="sldNum" sz="half" idx="12"/>
          </p:nvPr>
        </p:nvSpPr>
        <p:spPr>
          <a:xfrm>
            <a:off x="9082735" y="6355080"/>
            <a:ext cx="2560320" cy="320040"/>
          </a:xfrm>
        </p:spPr>
        <p:txBody>
          <a:bodyPr/>
          <a:lstStyle/>
          <a:p>
            <a:endParaRPr lang="en-GB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type="cust" preserve="1">
  <p:cSld name="Statistic and Descri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20040"/>
            <a:ext cx="11094415" cy="914400"/>
          </a:xfrm>
        </p:spPr>
        <p:txBody>
          <a:bodyPr/>
          <a:lstStyle/>
          <a:p>
            <a:r>
              <a:rPr lang="en-GB"/>
              <a:t>Click to add title</a:t>
            </a:r>
          </a:p>
        </p:txBody>
      </p:sp>
      <p:sp>
        <p:nvSpPr>
          <p:cNvPr id="3" name="Statistic 2"/>
          <p:cNvSpPr>
            <a:spLocks noGrp="1"/>
          </p:cNvSpPr>
          <p:nvPr>
            <p:ph type="body" idx="1"/>
          </p:nvPr>
        </p:nvSpPr>
        <p:spPr>
          <a:xfrm>
            <a:off x="548640" y="1417320"/>
            <a:ext cx="4206240" cy="4663440"/>
          </a:xfrm>
        </p:spPr>
        <p:txBody>
          <a:bodyPr anchor="t"/>
          <a:lstStyle>
            <a:lvl1pPr>
              <a:buNone/>
              <a:defRPr sz="7200" b="1"/>
            </a:lvl1pPr>
            <a:lvl2pPr marL="0" indent="0">
              <a:buNone/>
              <a:defRPr sz="1600"/>
            </a:lvl2pPr>
          </a:lstStyle>
          <a:p>
            <a:r>
              <a:rPr lang="en-GB"/>
              <a:t>Click to add text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/>
          </p:nvPr>
        </p:nvSpPr>
        <p:spPr>
          <a:xfrm>
            <a:off x="5029200" y="1417320"/>
            <a:ext cx="6613855" cy="4663440"/>
          </a:xfrm>
        </p:spPr>
        <p:txBody>
          <a:bodyPr/>
          <a:lstStyle/>
          <a:p>
            <a:r>
              <a:rPr lang="en-GB"/>
              <a:t>Click to add text</a:t>
            </a:r>
          </a:p>
        </p:txBody>
      </p:sp>
      <p:sp>
        <p:nvSpPr>
          <p:cNvPr id="5" name="Date Placeholder"/>
          <p:cNvSpPr>
            <a:spLocks noGrp="1"/>
          </p:cNvSpPr>
          <p:nvPr>
            <p:ph type="dt" sz="half" idx="10"/>
          </p:nvPr>
        </p:nvSpPr>
        <p:spPr>
          <a:xfrm>
            <a:off x="548640" y="6355080"/>
            <a:ext cx="2560320" cy="320040"/>
          </a:xfrm>
        </p:spPr>
        <p:txBody>
          <a:bodyPr/>
          <a:lstStyle/>
          <a:p>
            <a:endParaRPr lang="en-GB"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11"/>
          </p:nvPr>
        </p:nvSpPr>
        <p:spPr>
          <a:xfrm>
            <a:off x="4023360" y="6355080"/>
            <a:ext cx="4144975" cy="320040"/>
          </a:xfrm>
        </p:spPr>
        <p:txBody>
          <a:bodyPr/>
          <a:lstStyle/>
          <a:p>
            <a:endParaRPr lang="en-GB"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half" idx="12"/>
          </p:nvPr>
        </p:nvSpPr>
        <p:spPr>
          <a:xfrm>
            <a:off x="9082735" y="6355080"/>
            <a:ext cx="2560320" cy="320040"/>
          </a:xfrm>
        </p:spPr>
        <p:txBody>
          <a:bodyPr/>
          <a:lstStyle/>
          <a:p>
            <a:endParaRPr lang="en-GB"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type="cust" preserve="1">
  <p:cSld name="Three Statistic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20040"/>
            <a:ext cx="11094415" cy="914400"/>
          </a:xfrm>
        </p:spPr>
        <p:txBody>
          <a:bodyPr/>
          <a:lstStyle/>
          <a:p>
            <a:r>
              <a:rPr lang="en-GB"/>
              <a:t>Click to add title</a:t>
            </a:r>
          </a:p>
        </p:txBody>
      </p:sp>
      <p:sp>
        <p:nvSpPr>
          <p:cNvPr id="3" name="Statistic 2"/>
          <p:cNvSpPr>
            <a:spLocks noGrp="1"/>
          </p:cNvSpPr>
          <p:nvPr>
            <p:ph type="body" idx="1"/>
          </p:nvPr>
        </p:nvSpPr>
        <p:spPr>
          <a:xfrm>
            <a:off x="548640" y="1417320"/>
            <a:ext cx="3515258" cy="4663440"/>
          </a:xfrm>
        </p:spPr>
        <p:txBody>
          <a:bodyPr anchor="ctr"/>
          <a:lstStyle>
            <a:lvl1pPr>
              <a:buNone/>
              <a:defRPr sz="5400" b="1"/>
            </a:lvl1pPr>
            <a:lvl2pPr marL="0" indent="0">
              <a:buNone/>
              <a:defRPr sz="1600"/>
            </a:lvl2pPr>
          </a:lstStyle>
          <a:p>
            <a:r>
              <a:rPr lang="en-GB"/>
              <a:t>Click to add text</a:t>
            </a:r>
          </a:p>
        </p:txBody>
      </p:sp>
      <p:sp>
        <p:nvSpPr>
          <p:cNvPr id="4" name="Statistic 3"/>
          <p:cNvSpPr>
            <a:spLocks noGrp="1"/>
          </p:cNvSpPr>
          <p:nvPr>
            <p:ph type="body" idx="2"/>
          </p:nvPr>
        </p:nvSpPr>
        <p:spPr>
          <a:xfrm>
            <a:off x="4338218" y="1417320"/>
            <a:ext cx="3515258" cy="4663440"/>
          </a:xfrm>
        </p:spPr>
        <p:txBody>
          <a:bodyPr anchor="ctr"/>
          <a:lstStyle>
            <a:lvl1pPr>
              <a:buNone/>
              <a:defRPr sz="5400" b="1"/>
            </a:lvl1pPr>
            <a:lvl2pPr marL="0" indent="0">
              <a:buNone/>
              <a:defRPr sz="1600"/>
            </a:lvl2pPr>
          </a:lstStyle>
          <a:p>
            <a:r>
              <a:rPr lang="en-GB"/>
              <a:t>Click to add text</a:t>
            </a:r>
          </a:p>
        </p:txBody>
      </p:sp>
      <p:sp>
        <p:nvSpPr>
          <p:cNvPr id="5" name="Statistic 4"/>
          <p:cNvSpPr>
            <a:spLocks noGrp="1"/>
          </p:cNvSpPr>
          <p:nvPr>
            <p:ph type="body" idx="3"/>
          </p:nvPr>
        </p:nvSpPr>
        <p:spPr>
          <a:xfrm>
            <a:off x="8127797" y="1417320"/>
            <a:ext cx="3515258" cy="4663440"/>
          </a:xfrm>
        </p:spPr>
        <p:txBody>
          <a:bodyPr anchor="ctr"/>
          <a:lstStyle>
            <a:lvl1pPr>
              <a:buNone/>
              <a:defRPr sz="5400" b="1"/>
            </a:lvl1pPr>
            <a:lvl2pPr marL="0" indent="0">
              <a:buNone/>
              <a:defRPr sz="1600"/>
            </a:lvl2pPr>
          </a:lstStyle>
          <a:p>
            <a:r>
              <a:rPr lang="en-GB"/>
              <a:t>Click to add text</a:t>
            </a:r>
          </a:p>
        </p:txBody>
      </p:sp>
      <p:sp>
        <p:nvSpPr>
          <p:cNvPr id="6" name="Date Placeholder"/>
          <p:cNvSpPr>
            <a:spLocks noGrp="1"/>
          </p:cNvSpPr>
          <p:nvPr>
            <p:ph type="dt" sz="half" idx="10"/>
          </p:nvPr>
        </p:nvSpPr>
        <p:spPr>
          <a:xfrm>
            <a:off x="548640" y="6355080"/>
            <a:ext cx="2560320" cy="320040"/>
          </a:xfrm>
        </p:spPr>
        <p:txBody>
          <a:bodyPr/>
          <a:lstStyle/>
          <a:p>
            <a:endParaRPr lang="en-GB"/>
          </a:p>
        </p:txBody>
      </p:sp>
      <p:sp>
        <p:nvSpPr>
          <p:cNvPr id="7" name="Footer Placeholder"/>
          <p:cNvSpPr>
            <a:spLocks noGrp="1"/>
          </p:cNvSpPr>
          <p:nvPr>
            <p:ph type="ftr" sz="quarter" idx="11"/>
          </p:nvPr>
        </p:nvSpPr>
        <p:spPr>
          <a:xfrm>
            <a:off x="4023360" y="6355080"/>
            <a:ext cx="4144975" cy="320040"/>
          </a:xfrm>
        </p:spPr>
        <p:txBody>
          <a:bodyPr/>
          <a:lstStyle/>
          <a:p>
            <a:endParaRPr lang="en-GB"/>
          </a:p>
        </p:txBody>
      </p:sp>
      <p:sp>
        <p:nvSpPr>
          <p:cNvPr id="8" name="Slide Number Placeholder"/>
          <p:cNvSpPr>
            <a:spLocks noGrp="1"/>
          </p:cNvSpPr>
          <p:nvPr>
            <p:ph type="sldNum" sz="half" idx="12"/>
          </p:nvPr>
        </p:nvSpPr>
        <p:spPr>
          <a:xfrm>
            <a:off x="9082735" y="6355080"/>
            <a:ext cx="2560320" cy="320040"/>
          </a:xfrm>
        </p:spPr>
        <p:txBody>
          <a:bodyPr/>
          <a:lstStyle/>
          <a:p>
            <a:endParaRPr lang="en-GB"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type="cust" preserve="1">
  <p:cSld name="Four Statistic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20040"/>
            <a:ext cx="11094415" cy="914400"/>
          </a:xfrm>
        </p:spPr>
        <p:txBody>
          <a:bodyPr/>
          <a:lstStyle/>
          <a:p>
            <a:r>
              <a:rPr lang="en-GB"/>
              <a:t>Click to add title</a:t>
            </a:r>
          </a:p>
        </p:txBody>
      </p:sp>
      <p:sp>
        <p:nvSpPr>
          <p:cNvPr id="3" name="Statistic 2"/>
          <p:cNvSpPr>
            <a:spLocks noGrp="1"/>
          </p:cNvSpPr>
          <p:nvPr>
            <p:ph type="body" idx="1"/>
          </p:nvPr>
        </p:nvSpPr>
        <p:spPr>
          <a:xfrm>
            <a:off x="548640" y="1417320"/>
            <a:ext cx="2567864" cy="4663440"/>
          </a:xfrm>
        </p:spPr>
        <p:txBody>
          <a:bodyPr anchor="ctr"/>
          <a:lstStyle>
            <a:lvl1pPr>
              <a:buNone/>
              <a:defRPr sz="4400" b="1"/>
            </a:lvl1pPr>
            <a:lvl2pPr marL="0" indent="0">
              <a:buNone/>
              <a:defRPr sz="1600"/>
            </a:lvl2pPr>
          </a:lstStyle>
          <a:p>
            <a:r>
              <a:rPr lang="en-GB"/>
              <a:t>Click to add text</a:t>
            </a:r>
          </a:p>
        </p:txBody>
      </p:sp>
      <p:sp>
        <p:nvSpPr>
          <p:cNvPr id="4" name="Statistic 3"/>
          <p:cNvSpPr>
            <a:spLocks noGrp="1"/>
          </p:cNvSpPr>
          <p:nvPr>
            <p:ph type="body" idx="2"/>
          </p:nvPr>
        </p:nvSpPr>
        <p:spPr>
          <a:xfrm>
            <a:off x="3390824" y="1417320"/>
            <a:ext cx="2567864" cy="4663440"/>
          </a:xfrm>
        </p:spPr>
        <p:txBody>
          <a:bodyPr anchor="ctr"/>
          <a:lstStyle>
            <a:lvl1pPr>
              <a:buNone/>
              <a:defRPr sz="4400" b="1"/>
            </a:lvl1pPr>
            <a:lvl2pPr marL="0" indent="0">
              <a:buNone/>
              <a:defRPr sz="1600"/>
            </a:lvl2pPr>
          </a:lstStyle>
          <a:p>
            <a:r>
              <a:rPr lang="en-GB"/>
              <a:t>Click to add text</a:t>
            </a:r>
          </a:p>
        </p:txBody>
      </p:sp>
      <p:sp>
        <p:nvSpPr>
          <p:cNvPr id="5" name="Statistic 4"/>
          <p:cNvSpPr>
            <a:spLocks noGrp="1"/>
          </p:cNvSpPr>
          <p:nvPr>
            <p:ph type="body" idx="3"/>
          </p:nvPr>
        </p:nvSpPr>
        <p:spPr>
          <a:xfrm>
            <a:off x="6233008" y="1417320"/>
            <a:ext cx="2567864" cy="4663440"/>
          </a:xfrm>
        </p:spPr>
        <p:txBody>
          <a:bodyPr anchor="ctr"/>
          <a:lstStyle>
            <a:lvl1pPr>
              <a:buNone/>
              <a:defRPr sz="4400" b="1"/>
            </a:lvl1pPr>
            <a:lvl2pPr marL="0" indent="0">
              <a:buNone/>
              <a:defRPr sz="1600"/>
            </a:lvl2pPr>
          </a:lstStyle>
          <a:p>
            <a:r>
              <a:rPr lang="en-GB"/>
              <a:t>Click to add text</a:t>
            </a:r>
          </a:p>
        </p:txBody>
      </p:sp>
      <p:sp>
        <p:nvSpPr>
          <p:cNvPr id="6" name="Statistic 5"/>
          <p:cNvSpPr>
            <a:spLocks noGrp="1"/>
          </p:cNvSpPr>
          <p:nvPr>
            <p:ph type="body" idx="4"/>
          </p:nvPr>
        </p:nvSpPr>
        <p:spPr>
          <a:xfrm>
            <a:off x="9075191" y="1417320"/>
            <a:ext cx="2567864" cy="4663440"/>
          </a:xfrm>
        </p:spPr>
        <p:txBody>
          <a:bodyPr anchor="ctr"/>
          <a:lstStyle>
            <a:lvl1pPr>
              <a:buNone/>
              <a:defRPr sz="4400" b="1"/>
            </a:lvl1pPr>
            <a:lvl2pPr marL="0" indent="0">
              <a:buNone/>
              <a:defRPr sz="1600"/>
            </a:lvl2pPr>
          </a:lstStyle>
          <a:p>
            <a:r>
              <a:rPr lang="en-GB"/>
              <a:t>Click to add text</a:t>
            </a:r>
          </a:p>
        </p:txBody>
      </p:sp>
      <p:sp>
        <p:nvSpPr>
          <p:cNvPr id="7" name="Date Placeholder"/>
          <p:cNvSpPr>
            <a:spLocks noGrp="1"/>
          </p:cNvSpPr>
          <p:nvPr>
            <p:ph type="dt" sz="half" idx="10"/>
          </p:nvPr>
        </p:nvSpPr>
        <p:spPr>
          <a:xfrm>
            <a:off x="548640" y="6355080"/>
            <a:ext cx="2560320" cy="320040"/>
          </a:xfrm>
        </p:spPr>
        <p:txBody>
          <a:bodyPr/>
          <a:lstStyle/>
          <a:p>
            <a:endParaRPr lang="en-GB"/>
          </a:p>
        </p:txBody>
      </p:sp>
      <p:sp>
        <p:nvSpPr>
          <p:cNvPr id="8" name="Footer Placeholder"/>
          <p:cNvSpPr>
            <a:spLocks noGrp="1"/>
          </p:cNvSpPr>
          <p:nvPr>
            <p:ph type="ftr" sz="quarter" idx="11"/>
          </p:nvPr>
        </p:nvSpPr>
        <p:spPr>
          <a:xfrm>
            <a:off x="4023360" y="6355080"/>
            <a:ext cx="4144975" cy="320040"/>
          </a:xfrm>
        </p:spPr>
        <p:txBody>
          <a:bodyPr/>
          <a:lstStyle/>
          <a:p>
            <a:endParaRPr lang="en-GB"/>
          </a:p>
        </p:txBody>
      </p:sp>
      <p:sp>
        <p:nvSpPr>
          <p:cNvPr id="9" name="Slide Number Placeholder"/>
          <p:cNvSpPr>
            <a:spLocks noGrp="1"/>
          </p:cNvSpPr>
          <p:nvPr>
            <p:ph type="sldNum" sz="half" idx="12"/>
          </p:nvPr>
        </p:nvSpPr>
        <p:spPr>
          <a:xfrm>
            <a:off x="9082735" y="6355080"/>
            <a:ext cx="2560320" cy="320040"/>
          </a:xfrm>
        </p:spPr>
        <p:txBody>
          <a:bodyPr/>
          <a:lstStyle/>
          <a:p>
            <a:endParaRPr lang="en-GB"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type="cust" preserve="1">
  <p:cSld name="Two Pictures with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20040"/>
            <a:ext cx="11094415" cy="914400"/>
          </a:xfrm>
        </p:spPr>
        <p:txBody>
          <a:bodyPr/>
          <a:lstStyle/>
          <a:p>
            <a:r>
              <a:rPr lang="en-GB"/>
              <a:t>Click to add title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48640" y="1417320"/>
            <a:ext cx="5410048" cy="3474720"/>
          </a:xfrm>
        </p:spPr>
        <p:txBody>
          <a:bodyPr/>
          <a:lstStyle/>
          <a:p>
            <a:r>
              <a:rPr lang="en-GB"/>
              <a:t>Click icon to add picture</a:t>
            </a:r>
          </a:p>
        </p:txBody>
      </p:sp>
      <p:sp>
        <p:nvSpPr>
          <p:cNvPr id="4" name="Caption 3"/>
          <p:cNvSpPr>
            <a:spLocks noGrp="1"/>
          </p:cNvSpPr>
          <p:nvPr>
            <p:ph type="body" idx="2"/>
          </p:nvPr>
        </p:nvSpPr>
        <p:spPr>
          <a:xfrm>
            <a:off x="548640" y="5029200"/>
            <a:ext cx="5410048" cy="1051560"/>
          </a:xfrm>
        </p:spPr>
        <p:txBody>
          <a:bodyPr/>
          <a:lstStyle>
            <a:lvl1pPr>
              <a:buNone/>
              <a:defRPr sz="1400"/>
            </a:lvl1pPr>
            <a:lvl2pPr marL="0" indent="0">
              <a:buNone/>
              <a:defRPr sz="1200"/>
            </a:lvl2pPr>
          </a:lstStyle>
          <a:p>
            <a:r>
              <a:rPr lang="en-GB"/>
              <a:t>Click to add text</a:t>
            </a:r>
          </a:p>
        </p:txBody>
      </p:sp>
      <p:sp>
        <p:nvSpPr>
          <p:cNvPr id="5" name="Picture Placeholder 4"/>
          <p:cNvSpPr>
            <a:spLocks noGrp="1"/>
          </p:cNvSpPr>
          <p:nvPr>
            <p:ph type="pic" idx="3"/>
          </p:nvPr>
        </p:nvSpPr>
        <p:spPr>
          <a:xfrm>
            <a:off x="6233008" y="1417320"/>
            <a:ext cx="5410048" cy="3474720"/>
          </a:xfrm>
        </p:spPr>
        <p:txBody>
          <a:bodyPr/>
          <a:lstStyle/>
          <a:p>
            <a:r>
              <a:rPr lang="en-GB"/>
              <a:t>Click icon to add picture</a:t>
            </a:r>
          </a:p>
        </p:txBody>
      </p:sp>
      <p:sp>
        <p:nvSpPr>
          <p:cNvPr id="6" name="Caption 5"/>
          <p:cNvSpPr>
            <a:spLocks noGrp="1"/>
          </p:cNvSpPr>
          <p:nvPr>
            <p:ph type="body" idx="4"/>
          </p:nvPr>
        </p:nvSpPr>
        <p:spPr>
          <a:xfrm>
            <a:off x="6233008" y="5029200"/>
            <a:ext cx="5410048" cy="1051560"/>
          </a:xfrm>
        </p:spPr>
        <p:txBody>
          <a:bodyPr/>
          <a:lstStyle>
            <a:lvl1pPr>
              <a:buNone/>
              <a:defRPr sz="1400"/>
            </a:lvl1pPr>
            <a:lvl2pPr marL="0" indent="0">
              <a:buNone/>
              <a:defRPr sz="1200"/>
            </a:lvl2pPr>
          </a:lstStyle>
          <a:p>
            <a:r>
              <a:rPr lang="en-GB"/>
              <a:t>Click to add text</a:t>
            </a:r>
          </a:p>
        </p:txBody>
      </p:sp>
      <p:sp>
        <p:nvSpPr>
          <p:cNvPr id="7" name="Date Placeholder"/>
          <p:cNvSpPr>
            <a:spLocks noGrp="1"/>
          </p:cNvSpPr>
          <p:nvPr>
            <p:ph type="dt" sz="half" idx="10"/>
          </p:nvPr>
        </p:nvSpPr>
        <p:spPr>
          <a:xfrm>
            <a:off x="548640" y="6355080"/>
            <a:ext cx="2560320" cy="320040"/>
          </a:xfrm>
        </p:spPr>
        <p:txBody>
          <a:bodyPr/>
          <a:lstStyle/>
          <a:p>
            <a:endParaRPr lang="en-GB"/>
          </a:p>
        </p:txBody>
      </p:sp>
      <p:sp>
        <p:nvSpPr>
          <p:cNvPr id="8" name="Footer Placeholder"/>
          <p:cNvSpPr>
            <a:spLocks noGrp="1"/>
          </p:cNvSpPr>
          <p:nvPr>
            <p:ph type="ftr" sz="quarter" idx="11"/>
          </p:nvPr>
        </p:nvSpPr>
        <p:spPr>
          <a:xfrm>
            <a:off x="4023360" y="6355080"/>
            <a:ext cx="4144975" cy="320040"/>
          </a:xfrm>
        </p:spPr>
        <p:txBody>
          <a:bodyPr/>
          <a:lstStyle/>
          <a:p>
            <a:endParaRPr lang="en-GB"/>
          </a:p>
        </p:txBody>
      </p:sp>
      <p:sp>
        <p:nvSpPr>
          <p:cNvPr id="9" name="Slide Number Placeholder"/>
          <p:cNvSpPr>
            <a:spLocks noGrp="1"/>
          </p:cNvSpPr>
          <p:nvPr>
            <p:ph type="sldNum" sz="half" idx="12"/>
          </p:nvPr>
        </p:nvSpPr>
        <p:spPr>
          <a:xfrm>
            <a:off x="9082735" y="6355080"/>
            <a:ext cx="2560320" cy="320040"/>
          </a:xfrm>
        </p:spPr>
        <p:txBody>
          <a:bodyPr/>
          <a:lstStyle/>
          <a:p>
            <a:endParaRPr lang="en-GB"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type="cust" preserve="1">
  <p:cSld name="Four Pictures with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20040"/>
            <a:ext cx="11094415" cy="914400"/>
          </a:xfrm>
        </p:spPr>
        <p:txBody>
          <a:bodyPr/>
          <a:lstStyle/>
          <a:p>
            <a:r>
              <a:rPr lang="en-GB"/>
              <a:t>Click to add title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48640" y="1417320"/>
            <a:ext cx="2602154" cy="3017520"/>
          </a:xfrm>
        </p:spPr>
        <p:txBody>
          <a:bodyPr/>
          <a:lstStyle/>
          <a:p>
            <a:r>
              <a:rPr lang="en-GB"/>
              <a:t>Click icon to add picture</a:t>
            </a:r>
          </a:p>
        </p:txBody>
      </p:sp>
      <p:sp>
        <p:nvSpPr>
          <p:cNvPr id="4" name="Caption 3"/>
          <p:cNvSpPr>
            <a:spLocks noGrp="1"/>
          </p:cNvSpPr>
          <p:nvPr>
            <p:ph type="body" idx="2"/>
          </p:nvPr>
        </p:nvSpPr>
        <p:spPr>
          <a:xfrm>
            <a:off x="548640" y="4572000"/>
            <a:ext cx="2602154" cy="1508760"/>
          </a:xfrm>
        </p:spPr>
        <p:txBody>
          <a:bodyPr/>
          <a:lstStyle>
            <a:lvl1pPr>
              <a:buNone/>
              <a:defRPr sz="1400"/>
            </a:lvl1pPr>
            <a:lvl2pPr marL="0" indent="0">
              <a:buNone/>
              <a:defRPr sz="1200"/>
            </a:lvl2pPr>
          </a:lstStyle>
          <a:p>
            <a:r>
              <a:rPr lang="en-GB"/>
              <a:t>Click to add text</a:t>
            </a:r>
          </a:p>
        </p:txBody>
      </p:sp>
      <p:sp>
        <p:nvSpPr>
          <p:cNvPr id="5" name="Picture Placeholder 4"/>
          <p:cNvSpPr>
            <a:spLocks noGrp="1"/>
          </p:cNvSpPr>
          <p:nvPr>
            <p:ph type="pic" idx="3"/>
          </p:nvPr>
        </p:nvSpPr>
        <p:spPr>
          <a:xfrm>
            <a:off x="3379394" y="1417320"/>
            <a:ext cx="2602154" cy="3017520"/>
          </a:xfrm>
        </p:spPr>
        <p:txBody>
          <a:bodyPr/>
          <a:lstStyle/>
          <a:p>
            <a:r>
              <a:rPr lang="en-GB"/>
              <a:t>Click icon to add picture</a:t>
            </a:r>
          </a:p>
        </p:txBody>
      </p:sp>
      <p:sp>
        <p:nvSpPr>
          <p:cNvPr id="6" name="Caption 5"/>
          <p:cNvSpPr>
            <a:spLocks noGrp="1"/>
          </p:cNvSpPr>
          <p:nvPr>
            <p:ph type="body" idx="4"/>
          </p:nvPr>
        </p:nvSpPr>
        <p:spPr>
          <a:xfrm>
            <a:off x="3379394" y="4572000"/>
            <a:ext cx="2602154" cy="1508760"/>
          </a:xfrm>
        </p:spPr>
        <p:txBody>
          <a:bodyPr/>
          <a:lstStyle>
            <a:lvl1pPr>
              <a:buNone/>
              <a:defRPr sz="1400"/>
            </a:lvl1pPr>
            <a:lvl2pPr marL="0" indent="0">
              <a:buNone/>
              <a:defRPr sz="1200"/>
            </a:lvl2pPr>
          </a:lstStyle>
          <a:p>
            <a:r>
              <a:rPr lang="en-GB"/>
              <a:t>Click to add text</a:t>
            </a:r>
          </a:p>
        </p:txBody>
      </p:sp>
      <p:sp>
        <p:nvSpPr>
          <p:cNvPr id="7" name="Picture Placeholder 6"/>
          <p:cNvSpPr>
            <a:spLocks noGrp="1"/>
          </p:cNvSpPr>
          <p:nvPr>
            <p:ph type="pic" idx="5"/>
          </p:nvPr>
        </p:nvSpPr>
        <p:spPr>
          <a:xfrm>
            <a:off x="6210148" y="1417320"/>
            <a:ext cx="2602154" cy="3017520"/>
          </a:xfrm>
        </p:spPr>
        <p:txBody>
          <a:bodyPr/>
          <a:lstStyle/>
          <a:p>
            <a:r>
              <a:rPr lang="en-GB"/>
              <a:t>Click icon to add picture</a:t>
            </a:r>
          </a:p>
        </p:txBody>
      </p:sp>
      <p:sp>
        <p:nvSpPr>
          <p:cNvPr id="8" name="Caption 7"/>
          <p:cNvSpPr>
            <a:spLocks noGrp="1"/>
          </p:cNvSpPr>
          <p:nvPr>
            <p:ph type="body" idx="6"/>
          </p:nvPr>
        </p:nvSpPr>
        <p:spPr>
          <a:xfrm>
            <a:off x="6210148" y="4572000"/>
            <a:ext cx="2602154" cy="1508760"/>
          </a:xfrm>
        </p:spPr>
        <p:txBody>
          <a:bodyPr/>
          <a:lstStyle>
            <a:lvl1pPr>
              <a:buNone/>
              <a:defRPr sz="1400"/>
            </a:lvl1pPr>
            <a:lvl2pPr marL="0" indent="0">
              <a:buNone/>
              <a:defRPr sz="1200"/>
            </a:lvl2pPr>
          </a:lstStyle>
          <a:p>
            <a:r>
              <a:rPr lang="en-GB"/>
              <a:t>Click to add text</a:t>
            </a:r>
          </a:p>
        </p:txBody>
      </p:sp>
      <p:sp>
        <p:nvSpPr>
          <p:cNvPr id="9" name="Picture Placeholder 8"/>
          <p:cNvSpPr>
            <a:spLocks noGrp="1"/>
          </p:cNvSpPr>
          <p:nvPr>
            <p:ph type="pic" idx="7"/>
          </p:nvPr>
        </p:nvSpPr>
        <p:spPr>
          <a:xfrm>
            <a:off x="9040901" y="1417320"/>
            <a:ext cx="2602154" cy="3017520"/>
          </a:xfrm>
        </p:spPr>
        <p:txBody>
          <a:bodyPr/>
          <a:lstStyle/>
          <a:p>
            <a:r>
              <a:rPr lang="en-GB"/>
              <a:t>Click icon to add picture</a:t>
            </a:r>
          </a:p>
        </p:txBody>
      </p:sp>
      <p:sp>
        <p:nvSpPr>
          <p:cNvPr id="10" name="Caption 9"/>
          <p:cNvSpPr>
            <a:spLocks noGrp="1"/>
          </p:cNvSpPr>
          <p:nvPr>
            <p:ph type="body" idx="8"/>
          </p:nvPr>
        </p:nvSpPr>
        <p:spPr>
          <a:xfrm>
            <a:off x="9040901" y="4572000"/>
            <a:ext cx="2602154" cy="1508760"/>
          </a:xfrm>
        </p:spPr>
        <p:txBody>
          <a:bodyPr/>
          <a:lstStyle>
            <a:lvl1pPr>
              <a:buNone/>
              <a:defRPr sz="1400"/>
            </a:lvl1pPr>
            <a:lvl2pPr marL="0" indent="0">
              <a:buNone/>
              <a:defRPr sz="1200"/>
            </a:lvl2pPr>
          </a:lstStyle>
          <a:p>
            <a:r>
              <a:rPr lang="en-GB"/>
              <a:t>Click to add text</a:t>
            </a:r>
          </a:p>
        </p:txBody>
      </p:sp>
      <p:sp>
        <p:nvSpPr>
          <p:cNvPr id="11" name="Date Placeholder"/>
          <p:cNvSpPr>
            <a:spLocks noGrp="1"/>
          </p:cNvSpPr>
          <p:nvPr>
            <p:ph type="dt" sz="half" idx="10"/>
          </p:nvPr>
        </p:nvSpPr>
        <p:spPr>
          <a:xfrm>
            <a:off x="548640" y="6355080"/>
            <a:ext cx="2560320" cy="320040"/>
          </a:xfrm>
        </p:spPr>
        <p:txBody>
          <a:bodyPr/>
          <a:lstStyle/>
          <a:p>
            <a:endParaRPr lang="en-GB"/>
          </a:p>
        </p:txBody>
      </p:sp>
      <p:sp>
        <p:nvSpPr>
          <p:cNvPr id="12" name="Footer Placeholder"/>
          <p:cNvSpPr>
            <a:spLocks noGrp="1"/>
          </p:cNvSpPr>
          <p:nvPr>
            <p:ph type="ftr" sz="quarter" idx="11"/>
          </p:nvPr>
        </p:nvSpPr>
        <p:spPr>
          <a:xfrm>
            <a:off x="4023360" y="6355080"/>
            <a:ext cx="4144975" cy="320040"/>
          </a:xfrm>
        </p:spPr>
        <p:txBody>
          <a:bodyPr/>
          <a:lstStyle/>
          <a:p>
            <a:endParaRPr lang="en-GB"/>
          </a:p>
        </p:txBody>
      </p:sp>
      <p:sp>
        <p:nvSpPr>
          <p:cNvPr id="13" name="Slide Number Placeholder"/>
          <p:cNvSpPr>
            <a:spLocks noGrp="1"/>
          </p:cNvSpPr>
          <p:nvPr>
            <p:ph type="sldNum" sz="half" idx="12"/>
          </p:nvPr>
        </p:nvSpPr>
        <p:spPr>
          <a:xfrm>
            <a:off x="9082735" y="6355080"/>
            <a:ext cx="2560320" cy="320040"/>
          </a:xfrm>
        </p:spPr>
        <p:txBody>
          <a:bodyPr/>
          <a:lstStyle/>
          <a:p>
            <a:endParaRPr lang="en-GB"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type="cust" preserve="1">
  <p:cSld name="Six Pictures with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20040"/>
            <a:ext cx="11094415" cy="914400"/>
          </a:xfrm>
        </p:spPr>
        <p:txBody>
          <a:bodyPr/>
          <a:lstStyle/>
          <a:p>
            <a:r>
              <a:rPr lang="en-GB"/>
              <a:t>Click to add title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48640" y="1417320"/>
            <a:ext cx="1554480" cy="2103120"/>
          </a:xfrm>
        </p:spPr>
        <p:txBody>
          <a:bodyPr/>
          <a:lstStyle/>
          <a:p>
            <a:r>
              <a:rPr lang="en-GB"/>
              <a:t>Click icon to add picture</a:t>
            </a:r>
          </a:p>
        </p:txBody>
      </p:sp>
      <p:sp>
        <p:nvSpPr>
          <p:cNvPr id="4" name="Caption 3"/>
          <p:cNvSpPr>
            <a:spLocks noGrp="1"/>
          </p:cNvSpPr>
          <p:nvPr>
            <p:ph type="body" idx="2"/>
          </p:nvPr>
        </p:nvSpPr>
        <p:spPr>
          <a:xfrm>
            <a:off x="2240280" y="1417320"/>
            <a:ext cx="1823618" cy="2103120"/>
          </a:xfrm>
        </p:spPr>
        <p:txBody>
          <a:bodyPr/>
          <a:lstStyle>
            <a:lvl1pPr>
              <a:buNone/>
              <a:defRPr sz="1400"/>
            </a:lvl1pPr>
            <a:lvl2pPr marL="0" indent="0">
              <a:buNone/>
              <a:defRPr sz="1200"/>
            </a:lvl2pPr>
          </a:lstStyle>
          <a:p>
            <a:r>
              <a:rPr lang="en-GB"/>
              <a:t>Click to add text</a:t>
            </a:r>
          </a:p>
        </p:txBody>
      </p:sp>
      <p:sp>
        <p:nvSpPr>
          <p:cNvPr id="5" name="Picture Placeholder 4"/>
          <p:cNvSpPr>
            <a:spLocks noGrp="1"/>
          </p:cNvSpPr>
          <p:nvPr>
            <p:ph type="pic" idx="3"/>
          </p:nvPr>
        </p:nvSpPr>
        <p:spPr>
          <a:xfrm>
            <a:off x="4338218" y="1417320"/>
            <a:ext cx="1554480" cy="2103120"/>
          </a:xfrm>
        </p:spPr>
        <p:txBody>
          <a:bodyPr/>
          <a:lstStyle/>
          <a:p>
            <a:r>
              <a:rPr lang="en-GB"/>
              <a:t>Click icon to add picture</a:t>
            </a:r>
          </a:p>
        </p:txBody>
      </p:sp>
      <p:sp>
        <p:nvSpPr>
          <p:cNvPr id="6" name="Caption 5"/>
          <p:cNvSpPr>
            <a:spLocks noGrp="1"/>
          </p:cNvSpPr>
          <p:nvPr>
            <p:ph type="body" idx="4"/>
          </p:nvPr>
        </p:nvSpPr>
        <p:spPr>
          <a:xfrm>
            <a:off x="6029858" y="1417320"/>
            <a:ext cx="1823618" cy="2103120"/>
          </a:xfrm>
        </p:spPr>
        <p:txBody>
          <a:bodyPr/>
          <a:lstStyle>
            <a:lvl1pPr>
              <a:buNone/>
              <a:defRPr sz="1400"/>
            </a:lvl1pPr>
            <a:lvl2pPr marL="0" indent="0">
              <a:buNone/>
              <a:defRPr sz="1200"/>
            </a:lvl2pPr>
          </a:lstStyle>
          <a:p>
            <a:r>
              <a:rPr lang="en-GB"/>
              <a:t>Click to add text</a:t>
            </a:r>
          </a:p>
        </p:txBody>
      </p:sp>
      <p:sp>
        <p:nvSpPr>
          <p:cNvPr id="7" name="Picture Placeholder 6"/>
          <p:cNvSpPr>
            <a:spLocks noGrp="1"/>
          </p:cNvSpPr>
          <p:nvPr>
            <p:ph type="pic" idx="5"/>
          </p:nvPr>
        </p:nvSpPr>
        <p:spPr>
          <a:xfrm>
            <a:off x="8127797" y="1417320"/>
            <a:ext cx="1554480" cy="2103120"/>
          </a:xfrm>
        </p:spPr>
        <p:txBody>
          <a:bodyPr/>
          <a:lstStyle/>
          <a:p>
            <a:r>
              <a:rPr lang="en-GB"/>
              <a:t>Click icon to add picture</a:t>
            </a:r>
          </a:p>
        </p:txBody>
      </p:sp>
      <p:sp>
        <p:nvSpPr>
          <p:cNvPr id="8" name="Caption 7"/>
          <p:cNvSpPr>
            <a:spLocks noGrp="1"/>
          </p:cNvSpPr>
          <p:nvPr>
            <p:ph type="body" idx="6"/>
          </p:nvPr>
        </p:nvSpPr>
        <p:spPr>
          <a:xfrm>
            <a:off x="9819437" y="1417320"/>
            <a:ext cx="1823618" cy="2103120"/>
          </a:xfrm>
        </p:spPr>
        <p:txBody>
          <a:bodyPr/>
          <a:lstStyle>
            <a:lvl1pPr>
              <a:buNone/>
              <a:defRPr sz="1400"/>
            </a:lvl1pPr>
            <a:lvl2pPr marL="0" indent="0">
              <a:buNone/>
              <a:defRPr sz="1200"/>
            </a:lvl2pPr>
          </a:lstStyle>
          <a:p>
            <a:r>
              <a:rPr lang="en-GB"/>
              <a:t>Click to add text</a:t>
            </a:r>
          </a:p>
        </p:txBody>
      </p:sp>
      <p:sp>
        <p:nvSpPr>
          <p:cNvPr id="9" name="Picture Placeholder 8"/>
          <p:cNvSpPr>
            <a:spLocks noGrp="1"/>
          </p:cNvSpPr>
          <p:nvPr>
            <p:ph type="pic" idx="7"/>
          </p:nvPr>
        </p:nvSpPr>
        <p:spPr>
          <a:xfrm>
            <a:off x="548640" y="3931920"/>
            <a:ext cx="1554480" cy="2103120"/>
          </a:xfrm>
        </p:spPr>
        <p:txBody>
          <a:bodyPr/>
          <a:lstStyle/>
          <a:p>
            <a:r>
              <a:rPr lang="en-GB"/>
              <a:t>Click icon to add picture</a:t>
            </a:r>
          </a:p>
        </p:txBody>
      </p:sp>
      <p:sp>
        <p:nvSpPr>
          <p:cNvPr id="10" name="Caption 9"/>
          <p:cNvSpPr>
            <a:spLocks noGrp="1"/>
          </p:cNvSpPr>
          <p:nvPr>
            <p:ph type="body" idx="8"/>
          </p:nvPr>
        </p:nvSpPr>
        <p:spPr>
          <a:xfrm>
            <a:off x="2240280" y="3931920"/>
            <a:ext cx="1823618" cy="2103120"/>
          </a:xfrm>
        </p:spPr>
        <p:txBody>
          <a:bodyPr/>
          <a:lstStyle>
            <a:lvl1pPr>
              <a:buNone/>
              <a:defRPr sz="1400"/>
            </a:lvl1pPr>
            <a:lvl2pPr marL="0" indent="0">
              <a:buNone/>
              <a:defRPr sz="1200"/>
            </a:lvl2pPr>
          </a:lstStyle>
          <a:p>
            <a:r>
              <a:rPr lang="en-GB"/>
              <a:t>Click to add text</a:t>
            </a:r>
          </a:p>
        </p:txBody>
      </p:sp>
      <p:sp>
        <p:nvSpPr>
          <p:cNvPr id="11" name="Picture Placeholder 10"/>
          <p:cNvSpPr>
            <a:spLocks noGrp="1"/>
          </p:cNvSpPr>
          <p:nvPr>
            <p:ph type="pic" idx="9"/>
          </p:nvPr>
        </p:nvSpPr>
        <p:spPr>
          <a:xfrm>
            <a:off x="4338218" y="3931920"/>
            <a:ext cx="1554480" cy="2103120"/>
          </a:xfrm>
        </p:spPr>
        <p:txBody>
          <a:bodyPr/>
          <a:lstStyle/>
          <a:p>
            <a:r>
              <a:rPr lang="en-GB"/>
              <a:t>Click icon to add picture</a:t>
            </a:r>
          </a:p>
        </p:txBody>
      </p:sp>
      <p:sp>
        <p:nvSpPr>
          <p:cNvPr id="12" name="Caption 11"/>
          <p:cNvSpPr>
            <a:spLocks noGrp="1"/>
          </p:cNvSpPr>
          <p:nvPr>
            <p:ph type="body" idx="13"/>
          </p:nvPr>
        </p:nvSpPr>
        <p:spPr>
          <a:xfrm>
            <a:off x="6029858" y="3931920"/>
            <a:ext cx="1823618" cy="2103120"/>
          </a:xfrm>
        </p:spPr>
        <p:txBody>
          <a:bodyPr/>
          <a:lstStyle>
            <a:lvl1pPr>
              <a:buNone/>
              <a:defRPr sz="1400"/>
            </a:lvl1pPr>
            <a:lvl2pPr marL="0" indent="0">
              <a:buNone/>
              <a:defRPr sz="1200"/>
            </a:lvl2pPr>
          </a:lstStyle>
          <a:p>
            <a:r>
              <a:rPr lang="en-GB"/>
              <a:t>Click to add text</a:t>
            </a:r>
          </a:p>
        </p:txBody>
      </p:sp>
      <p:sp>
        <p:nvSpPr>
          <p:cNvPr id="13" name="Picture Placeholder 12"/>
          <p:cNvSpPr>
            <a:spLocks noGrp="1"/>
          </p:cNvSpPr>
          <p:nvPr>
            <p:ph type="pic" idx="14"/>
          </p:nvPr>
        </p:nvSpPr>
        <p:spPr>
          <a:xfrm>
            <a:off x="8127797" y="3931920"/>
            <a:ext cx="1554480" cy="2103120"/>
          </a:xfrm>
        </p:spPr>
        <p:txBody>
          <a:bodyPr/>
          <a:lstStyle/>
          <a:p>
            <a:r>
              <a:rPr lang="en-GB"/>
              <a:t>Click icon to add picture</a:t>
            </a:r>
          </a:p>
        </p:txBody>
      </p:sp>
      <p:sp>
        <p:nvSpPr>
          <p:cNvPr id="14" name="Caption 13"/>
          <p:cNvSpPr>
            <a:spLocks noGrp="1"/>
          </p:cNvSpPr>
          <p:nvPr>
            <p:ph type="body" idx="15"/>
          </p:nvPr>
        </p:nvSpPr>
        <p:spPr>
          <a:xfrm>
            <a:off x="9819437" y="3931920"/>
            <a:ext cx="1823618" cy="2103120"/>
          </a:xfrm>
        </p:spPr>
        <p:txBody>
          <a:bodyPr/>
          <a:lstStyle>
            <a:lvl1pPr>
              <a:buNone/>
              <a:defRPr sz="1400"/>
            </a:lvl1pPr>
            <a:lvl2pPr marL="0" indent="0">
              <a:buNone/>
              <a:defRPr sz="1200"/>
            </a:lvl2pPr>
          </a:lstStyle>
          <a:p>
            <a:r>
              <a:rPr lang="en-GB"/>
              <a:t>Click to add text</a:t>
            </a:r>
          </a:p>
        </p:txBody>
      </p:sp>
      <p:sp>
        <p:nvSpPr>
          <p:cNvPr id="15" name="Date Placeholder"/>
          <p:cNvSpPr>
            <a:spLocks noGrp="1"/>
          </p:cNvSpPr>
          <p:nvPr>
            <p:ph type="dt" sz="half" idx="10"/>
          </p:nvPr>
        </p:nvSpPr>
        <p:spPr>
          <a:xfrm>
            <a:off x="548640" y="6355080"/>
            <a:ext cx="2560320" cy="320040"/>
          </a:xfrm>
        </p:spPr>
        <p:txBody>
          <a:bodyPr/>
          <a:lstStyle/>
          <a:p>
            <a:endParaRPr lang="en-GB"/>
          </a:p>
        </p:txBody>
      </p:sp>
      <p:sp>
        <p:nvSpPr>
          <p:cNvPr id="16" name="Footer Placeholder"/>
          <p:cNvSpPr>
            <a:spLocks noGrp="1"/>
          </p:cNvSpPr>
          <p:nvPr>
            <p:ph type="ftr" sz="quarter" idx="11"/>
          </p:nvPr>
        </p:nvSpPr>
        <p:spPr>
          <a:xfrm>
            <a:off x="4023360" y="6355080"/>
            <a:ext cx="4144975" cy="320040"/>
          </a:xfrm>
        </p:spPr>
        <p:txBody>
          <a:bodyPr/>
          <a:lstStyle/>
          <a:p>
            <a:endParaRPr lang="en-GB"/>
          </a:p>
        </p:txBody>
      </p:sp>
      <p:sp>
        <p:nvSpPr>
          <p:cNvPr id="17" name="Slide Number Placeholder"/>
          <p:cNvSpPr>
            <a:spLocks noGrp="1"/>
          </p:cNvSpPr>
          <p:nvPr>
            <p:ph type="sldNum" sz="half" idx="12"/>
          </p:nvPr>
        </p:nvSpPr>
        <p:spPr>
          <a:xfrm>
            <a:off x="9082735" y="6355080"/>
            <a:ext cx="2560320" cy="320040"/>
          </a:xfrm>
        </p:spPr>
        <p:txBody>
          <a:bodyPr/>
          <a:lstStyle/>
          <a:p>
            <a:endParaRPr lang="en-GB"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type="cust" preserve="1">
  <p:cSld name="Picture Lef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985455" y="411480"/>
            <a:ext cx="3657600" cy="13716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GB"/>
              <a:t>Click to add title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48640" y="411480"/>
            <a:ext cx="7162495" cy="5669280"/>
          </a:xfrm>
        </p:spPr>
        <p:txBody>
          <a:bodyPr/>
          <a:lstStyle/>
          <a:p>
            <a:r>
              <a:rPr lang="en-GB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7985455" y="1965960"/>
            <a:ext cx="3657600" cy="4114800"/>
          </a:xfrm>
        </p:spPr>
        <p:txBody>
          <a:bodyPr/>
          <a:lstStyle>
            <a:lvl1pPr>
              <a:buNone/>
              <a:defRPr sz="1400"/>
            </a:lvl1pPr>
            <a:lvl2pPr marL="0" indent="0">
              <a:buNone/>
              <a:defRPr sz="1200"/>
            </a:lvl2pPr>
            <a:lvl1pPr>
              <a:defRPr sz="1600"/>
            </a:lvl1pPr>
          </a:lstStyle>
          <a:p>
            <a:r>
              <a:rPr lang="en-GB"/>
              <a:t>Click to add text</a:t>
            </a:r>
          </a:p>
        </p:txBody>
      </p:sp>
      <p:sp>
        <p:nvSpPr>
          <p:cNvPr id="5" name="Date Placeholder"/>
          <p:cNvSpPr>
            <a:spLocks noGrp="1"/>
          </p:cNvSpPr>
          <p:nvPr>
            <p:ph type="dt" sz="half" idx="10"/>
          </p:nvPr>
        </p:nvSpPr>
        <p:spPr>
          <a:xfrm>
            <a:off x="548640" y="6355080"/>
            <a:ext cx="2560320" cy="320040"/>
          </a:xfrm>
        </p:spPr>
        <p:txBody>
          <a:bodyPr/>
          <a:lstStyle/>
          <a:p>
            <a:endParaRPr lang="en-GB"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11"/>
          </p:nvPr>
        </p:nvSpPr>
        <p:spPr>
          <a:xfrm>
            <a:off x="4023360" y="6355080"/>
            <a:ext cx="4144975" cy="320040"/>
          </a:xfrm>
        </p:spPr>
        <p:txBody>
          <a:bodyPr/>
          <a:lstStyle/>
          <a:p>
            <a:endParaRPr lang="en-GB"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half" idx="12"/>
          </p:nvPr>
        </p:nvSpPr>
        <p:spPr>
          <a:xfrm>
            <a:off x="9082735" y="6355080"/>
            <a:ext cx="2560320" cy="320040"/>
          </a:xfrm>
        </p:spPr>
        <p:txBody>
          <a:bodyPr/>
          <a:lstStyle/>
          <a:p>
            <a:endParaRPr lang="en-GB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Layout1" Type="http://schemas.openxmlformats.org/officeDocument/2006/relationships/slideLayout" Target="../slideLayouts/slideLayout1.xml"/><Relationship Id="rIdLayout10" Type="http://schemas.openxmlformats.org/officeDocument/2006/relationships/slideLayout" Target="../slideLayouts/slideLayout10.xml"/><Relationship Id="rIdLayout11" Type="http://schemas.openxmlformats.org/officeDocument/2006/relationships/slideLayout" Target="../slideLayouts/slideLayout11.xml"/><Relationship Id="rIdLayout12" Type="http://schemas.openxmlformats.org/officeDocument/2006/relationships/slideLayout" Target="../slideLayouts/slideLayout12.xml"/><Relationship Id="rIdLayout13" Type="http://schemas.openxmlformats.org/officeDocument/2006/relationships/slideLayout" Target="../slideLayouts/slideLayout13.xml"/><Relationship Id="rIdLayout14" Type="http://schemas.openxmlformats.org/officeDocument/2006/relationships/slideLayout" Target="../slideLayouts/slideLayout14.xml"/><Relationship Id="rIdLayout15" Type="http://schemas.openxmlformats.org/officeDocument/2006/relationships/slideLayout" Target="../slideLayouts/slideLayout15.xml"/><Relationship Id="rIdLayout16" Type="http://schemas.openxmlformats.org/officeDocument/2006/relationships/slideLayout" Target="../slideLayouts/slideLayout16.xml"/><Relationship Id="rIdLayout17" Type="http://schemas.openxmlformats.org/officeDocument/2006/relationships/slideLayout" Target="../slideLayouts/slideLayout17.xml"/><Relationship Id="rIdLayout18" Type="http://schemas.openxmlformats.org/officeDocument/2006/relationships/slideLayout" Target="../slideLayouts/slideLayout18.xml"/><Relationship Id="rIdLayout19" Type="http://schemas.openxmlformats.org/officeDocument/2006/relationships/slideLayout" Target="../slideLayouts/slideLayout19.xml"/><Relationship Id="rIdLayout2" Type="http://schemas.openxmlformats.org/officeDocument/2006/relationships/slideLayout" Target="../slideLayouts/slideLayout2.xml"/><Relationship Id="rIdLayout20" Type="http://schemas.openxmlformats.org/officeDocument/2006/relationships/slideLayout" Target="../slideLayouts/slideLayout20.xml"/><Relationship Id="rIdLayout21" Type="http://schemas.openxmlformats.org/officeDocument/2006/relationships/slideLayout" Target="../slideLayouts/slideLayout21.xml"/><Relationship Id="rIdLayout22" Type="http://schemas.openxmlformats.org/officeDocument/2006/relationships/slideLayout" Target="../slideLayouts/slideLayout22.xml"/><Relationship Id="rIdLayout23" Type="http://schemas.openxmlformats.org/officeDocument/2006/relationships/slideLayout" Target="../slideLayouts/slideLayout23.xml"/><Relationship Id="rIdLayout24" Type="http://schemas.openxmlformats.org/officeDocument/2006/relationships/slideLayout" Target="../slideLayouts/slideLayout24.xml"/><Relationship Id="rIdLayout25" Type="http://schemas.openxmlformats.org/officeDocument/2006/relationships/slideLayout" Target="../slideLayouts/slideLayout25.xml"/><Relationship Id="rIdLayout26" Type="http://schemas.openxmlformats.org/officeDocument/2006/relationships/slideLayout" Target="../slideLayouts/slideLayout26.xml"/><Relationship Id="rIdLayout27" Type="http://schemas.openxmlformats.org/officeDocument/2006/relationships/slideLayout" Target="../slideLayouts/slideLayout27.xml"/><Relationship Id="rIdLayout28" Type="http://schemas.openxmlformats.org/officeDocument/2006/relationships/slideLayout" Target="../slideLayouts/slideLayout28.xml"/><Relationship Id="rIdLayout3" Type="http://schemas.openxmlformats.org/officeDocument/2006/relationships/slideLayout" Target="../slideLayouts/slideLayout3.xml"/><Relationship Id="rIdLayout4" Type="http://schemas.openxmlformats.org/officeDocument/2006/relationships/slideLayout" Target="../slideLayouts/slideLayout4.xml"/><Relationship Id="rIdLayout5" Type="http://schemas.openxmlformats.org/officeDocument/2006/relationships/slideLayout" Target="../slideLayouts/slideLayout5.xml"/><Relationship Id="rIdLayout6" Type="http://schemas.openxmlformats.org/officeDocument/2006/relationships/slideLayout" Target="../slideLayouts/slideLayout6.xml"/><Relationship Id="rIdLayout7" Type="http://schemas.openxmlformats.org/officeDocument/2006/relationships/slideLayout" Target="../slideLayouts/slideLayout7.xml"/><Relationship Id="rIdLayout8" Type="http://schemas.openxmlformats.org/officeDocument/2006/relationships/slideLayout" Target="../slideLayouts/slideLayout8.xml"/><Relationship Id="rIdLayout9" Type="http://schemas.openxmlformats.org/officeDocument/2006/relationships/slideLayout" Target="../slideLayouts/slideLayout9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48640" y="320040"/>
            <a:ext cx="11094415" cy="914400"/>
          </a:xfrm>
        </p:spPr>
        <p:txBody>
          <a:bodyPr anchor="b"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417320"/>
            <a:ext cx="11094415" cy="4663440"/>
          </a:xfrm>
        </p:spPr>
        <p:txBody>
          <a:bodyPr/>
          <a:lstStyle/>
          <a:p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48640" y="6355080"/>
            <a:ext cx="2560320" cy="320040"/>
          </a:xfrm>
        </p:spPr>
        <p:txBody>
          <a:bodyPr anchor="ctr"/>
          <a:lstStyle>
            <a:lvl1pPr algn="l">
              <a:defRPr sz="1000">
                <a:solidFill>
                  <a:schemeClr val="tx1"/>
                </a:solidFill>
              </a:defRPr>
            </a:lvl1pPr>
          </a:lstStyle>
          <a:p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23360" y="6355080"/>
            <a:ext cx="4144975" cy="320040"/>
          </a:xfrm>
        </p:spPr>
        <p:txBody>
          <a:bodyPr anchor="ctr"/>
          <a:lstStyle>
            <a:lvl1pPr algn="ctr">
              <a:defRPr sz="1000">
                <a:solidFill>
                  <a:schemeClr val="tx1"/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half" idx="4"/>
          </p:nvPr>
        </p:nvSpPr>
        <p:spPr>
          <a:xfrm>
            <a:off x="9082735" y="6355080"/>
            <a:ext cx="2560320" cy="320040"/>
          </a:xfrm>
        </p:spPr>
        <p:txBody>
          <a:bodyPr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B6F15528-21DE-4FAA-801E-634DDDAF4B2B}" type="slidenum">
              <a:rPr lang="en-GB"/>
              <a:t>‹#›</a:t>
            </a:fld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Layout1"/>
    <p:sldLayoutId id="2147483650" r:id="rIdLayout2"/>
    <p:sldLayoutId id="2147483651" r:id="rIdLayout3"/>
    <p:sldLayoutId id="2147483652" r:id="rIdLayout4"/>
    <p:sldLayoutId id="2147483653" r:id="rIdLayout5"/>
    <p:sldLayoutId id="2147483654" r:id="rIdLayout6"/>
    <p:sldLayoutId id="2147483655" r:id="rIdLayout7"/>
    <p:sldLayoutId id="2147483656" r:id="rIdLayout8"/>
    <p:sldLayoutId id="2147483657" r:id="rIdLayout9"/>
    <p:sldLayoutId id="2147483658" r:id="rIdLayout10"/>
    <p:sldLayoutId id="2147483659" r:id="rIdLayout11"/>
    <p:sldLayoutId id="2147483660" r:id="rIdLayout12"/>
    <p:sldLayoutId id="2147483661" r:id="rIdLayout13"/>
    <p:sldLayoutId id="2147483662" r:id="rIdLayout14"/>
    <p:sldLayoutId id="2147483663" r:id="rIdLayout15"/>
    <p:sldLayoutId id="2147483664" r:id="rIdLayout16"/>
    <p:sldLayoutId id="2147483665" r:id="rIdLayout17"/>
    <p:sldLayoutId id="2147483666" r:id="rIdLayout18"/>
    <p:sldLayoutId id="2147483667" r:id="rIdLayout19"/>
    <p:sldLayoutId id="2147483668" r:id="rIdLayout20"/>
    <p:sldLayoutId id="2147483669" r:id="rIdLayout21"/>
    <p:sldLayoutId id="2147483670" r:id="rIdLayout22"/>
    <p:sldLayoutId id="2147483671" r:id="rIdLayout23"/>
    <p:sldLayoutId id="2147483672" r:id="rIdLayout24"/>
    <p:sldLayoutId id="2147483673" r:id="rIdLayout25"/>
    <p:sldLayoutId id="2147483674" r:id="rIdLayout26"/>
    <p:sldLayoutId id="2147483675" r:id="rIdLayout27"/>
    <p:sldLayoutId id="2147483676" r:id="rIdLayout28"/>
  </p:sldLayoutIdLst>
  <p:txStyles>
    <p:titleStyle>
      <a:lvl1pPr algn="l" rtl="0" eaLnBrk="1" latinLnBrk="0" hangingPunct="1">
        <a:lnSpc>
          <a:spcPct val="90000"/>
        </a:lnSpc>
        <a:spcBef>
          <a:spcPct val="0"/>
        </a:spcBef>
        <a:buNone/>
        <a:defRPr sz="28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rtl="0" eaLnBrk="1" latinLnBrk="0" hangingPunct="1">
        <a:lnSpc>
          <a:spcPct val="100000"/>
        </a:lnSpc>
        <a:spcBef>
          <a:spcPts val="1000"/>
        </a:spcBef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285750" indent="-285750" algn="l" rtl="0" eaLnBrk="1" latinLnBrk="0" hangingPunct="1">
        <a:lnSpc>
          <a:spcPct val="10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571500" indent="-285750" algn="l" rtl="0" eaLnBrk="1" latinLnBrk="0" hangingPunct="1">
        <a:lnSpc>
          <a:spcPct val="100000"/>
        </a:lnSpc>
        <a:spcBef>
          <a:spcPts val="500"/>
        </a:spcBef>
        <a:buFont typeface="Arial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857250" indent="-285750" algn="l" rtl="0" eaLnBrk="1" latinLnBrk="0" hangingPunct="1">
        <a:lnSpc>
          <a:spcPct val="100000"/>
        </a:lnSpc>
        <a:spcBef>
          <a:spcPts val="500"/>
        </a:spcBef>
        <a:buFont typeface="Arial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85750" algn="l" rtl="0" eaLnBrk="1" latinLnBrk="0" hangingPunct="1">
        <a:lnSpc>
          <a:spcPct val="100000"/>
        </a:lnSpc>
        <a:spcBef>
          <a:spcPts val="500"/>
        </a:spcBef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</p:bodyStyle>
    <p:otherStyle>
      <a:defPPr>
        <a:defRPr lang="en-GB"/>
      </a:defPPr>
      <a:lvl1pPr marL="0" algn="l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2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3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4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5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6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8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9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0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1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2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3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4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5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6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8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9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chart" Target="../charts/chart20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Quarterly business review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/>
            <a:r>
              <a:t>Operations team</a:t>
            </a:r>
          </a:p>
          <a:p>
            <a:pPr/>
            <a:r>
              <a:t>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"/>
          </p:nvPr>
        </p:nvSpPr>
        <p:spPr/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Customer conference 2026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2"/>
          </p:nvPr>
        </p:nvSpPr>
        <p:spPr/>
        <p:txBody>
          <a:bodyPr/>
          <a:lstStyle/>
          <a:p>
            <a:pPr/>
            <a:r>
              <a:t>Opening keynote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"/>
          </p:nvPr>
        </p:nvSpPr>
        <p:spPr/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Market entry proposal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2"/>
          </p:nvPr>
        </p:nvSpPr>
        <p:spPr/>
        <p:txBody>
          <a:bodyPr/>
          <a:lstStyle/>
          <a:p>
            <a:pPr/>
            <a:r>
              <a:t>Strategy office</a:t>
            </a:r>
          </a:p>
          <a:p>
            <a:pPr/>
            <a:r>
              <a:t>October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Annual financial results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/>
            <a:r>
              <a:t>Finance · Fiscal year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Data governance webinar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/>
            <a:r>
              <a:t>Live online · 14 October 2026</a:t>
            </a:r>
          </a:p>
          <a:p>
            <a:pPr/>
            <a:r>
              <a:t>Alex Morgan, Head of Data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1   Context</a:t>
            </a:r>
          </a:p>
          <a:p>
            <a:pPr/>
            <a:r>
              <a:t>2   Evidence</a:t>
            </a:r>
          </a:p>
          <a:p>
            <a:pPr/>
            <a:r>
              <a:t>3   Decision</a:t>
            </a:r>
          </a:p>
          <a:p>
            <a:pPr/>
            <a:r>
              <a:t>4   Next steps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1   Context</a:t>
            </a:r>
          </a:p>
          <a:p>
            <a:pPr/>
            <a:r>
              <a:rPr b="1"/>
              <a:t>2   Evidence</a:t>
            </a:r>
          </a:p>
          <a:p>
            <a:pPr/>
            <a:r>
              <a:t>3   Decision</a:t>
            </a:r>
          </a:p>
          <a:p>
            <a:pPr/>
            <a:r>
              <a:t>4   Next steps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Market evidence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t>Customer research and sales data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"/>
          </p:nvPr>
        </p:nvSpPr>
        <p:spPr/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Customer stories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Implementation plan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t>Section 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Alex Morgan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t>Head of Data, Example Organization</a:t>
            </a:r>
          </a:p>
          <a:p>
            <a:pPr/>
            <a:r>
              <a:t>Leads the data governance programme and reporting standards.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Speakers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t>Alex Morgan</a:t>
            </a:r>
          </a:p>
          <a:p>
            <a:pPr lvl="1"/>
            <a:r>
              <a:t>Head of Data</a:t>
            </a:r>
          </a:p>
        </p:txBody>
      </p:sp>
      <p:sp>
        <p:nvSpPr>
          <p:cNvPr id="5" name="Picture Placeholder 4"/>
          <p:cNvSpPr>
            <a:spLocks noGrp="1"/>
          </p:cNvSpPr>
          <p:nvPr>
            <p:ph type="pic" idx="3"/>
          </p:nvPr>
        </p:nvSpPr>
        <p:spPr/>
      </p:sp>
      <p:sp>
        <p:nvSpPr>
          <p:cNvPr id="6" name="Text Placeholder 5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t>Taylor Chen</a:t>
            </a:r>
          </a:p>
          <a:p>
            <a:pPr lvl="1"/>
            <a:r>
              <a:t>Chief Operating Officer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Panel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t>Alex Morgan</a:t>
            </a:r>
          </a:p>
          <a:p>
            <a:pPr lvl="1"/>
            <a:r>
              <a:t>Moderator</a:t>
            </a:r>
          </a:p>
        </p:txBody>
      </p:sp>
      <p:sp>
        <p:nvSpPr>
          <p:cNvPr id="5" name="Picture Placeholder 4"/>
          <p:cNvSpPr>
            <a:spLocks noGrp="1"/>
          </p:cNvSpPr>
          <p:nvPr>
            <p:ph type="pic" idx="3"/>
          </p:nvPr>
        </p:nvSpPr>
        <p:spPr/>
      </p:sp>
      <p:sp>
        <p:nvSpPr>
          <p:cNvPr id="6" name="Text Placeholder 5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t>Taylor Chen</a:t>
            </a:r>
          </a:p>
          <a:p>
            <a:pPr lvl="1"/>
            <a:r>
              <a:t>Operations</a:t>
            </a:r>
          </a:p>
        </p:txBody>
      </p:sp>
      <p:sp>
        <p:nvSpPr>
          <p:cNvPr id="7" name="Picture Placeholder 6"/>
          <p:cNvSpPr>
            <a:spLocks noGrp="1"/>
          </p:cNvSpPr>
          <p:nvPr>
            <p:ph type="pic" idx="5"/>
          </p:nvPr>
        </p:nvSpPr>
        <p:spPr/>
      </p:sp>
      <p:sp>
        <p:nvSpPr>
          <p:cNvPr id="8" name="Text Placeholder 7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t>Jordan Singh</a:t>
            </a:r>
          </a:p>
          <a:p>
            <a:pPr lvl="1"/>
            <a:r>
              <a:t>Finance</a:t>
            </a:r>
          </a:p>
        </p:txBody>
      </p:sp>
      <p:sp>
        <p:nvSpPr>
          <p:cNvPr id="9" name="Picture Placeholder 8"/>
          <p:cNvSpPr>
            <a:spLocks noGrp="1"/>
          </p:cNvSpPr>
          <p:nvPr>
            <p:ph type="pic" idx="7"/>
          </p:nvPr>
        </p:nvSpPr>
        <p:spPr/>
      </p:sp>
      <p:sp>
        <p:nvSpPr>
          <p:cNvPr id="10" name="Text Placeholder 9"/>
          <p:cNvSpPr>
            <a:spLocks noGrp="1"/>
          </p:cNvSpPr>
          <p:nvPr>
            <p:ph type="body" idx="8"/>
          </p:nvPr>
        </p:nvSpPr>
        <p:spPr/>
        <p:txBody>
          <a:bodyPr/>
          <a:lstStyle/>
          <a:p>
            <a:pPr/>
            <a:r>
              <a:t>Sam Rivera</a:t>
            </a:r>
          </a:p>
          <a:p>
            <a:pPr lvl="1"/>
            <a:r>
              <a:t>Product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Project team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t>Alex Morgan</a:t>
            </a:r>
          </a:p>
          <a:p>
            <a:pPr lvl="1"/>
            <a:r>
              <a:t>Sponsor</a:t>
            </a:r>
          </a:p>
        </p:txBody>
      </p:sp>
      <p:sp>
        <p:nvSpPr>
          <p:cNvPr id="5" name="Picture Placeholder 4"/>
          <p:cNvSpPr>
            <a:spLocks noGrp="1"/>
          </p:cNvSpPr>
          <p:nvPr>
            <p:ph type="pic" idx="3"/>
          </p:nvPr>
        </p:nvSpPr>
        <p:spPr/>
      </p:sp>
      <p:sp>
        <p:nvSpPr>
          <p:cNvPr id="6" name="Text Placeholder 5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t>Taylor Chen</a:t>
            </a:r>
          </a:p>
          <a:p>
            <a:pPr lvl="1"/>
            <a:r>
              <a:t>Programme lead</a:t>
            </a:r>
          </a:p>
        </p:txBody>
      </p:sp>
      <p:sp>
        <p:nvSpPr>
          <p:cNvPr id="7" name="Picture Placeholder 6"/>
          <p:cNvSpPr>
            <a:spLocks noGrp="1"/>
          </p:cNvSpPr>
          <p:nvPr>
            <p:ph type="pic" idx="5"/>
          </p:nvPr>
        </p:nvSpPr>
        <p:spPr/>
      </p:sp>
      <p:sp>
        <p:nvSpPr>
          <p:cNvPr id="8" name="Text Placeholder 7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t>Jordan Singh</a:t>
            </a:r>
          </a:p>
          <a:p>
            <a:pPr lvl="1"/>
            <a:r>
              <a:t>Finance</a:t>
            </a:r>
          </a:p>
        </p:txBody>
      </p:sp>
      <p:sp>
        <p:nvSpPr>
          <p:cNvPr id="9" name="Picture Placeholder 8"/>
          <p:cNvSpPr>
            <a:spLocks noGrp="1"/>
          </p:cNvSpPr>
          <p:nvPr>
            <p:ph type="pic" idx="7"/>
          </p:nvPr>
        </p:nvSpPr>
        <p:spPr/>
      </p:sp>
      <p:sp>
        <p:nvSpPr>
          <p:cNvPr id="10" name="Text Placeholder 9"/>
          <p:cNvSpPr>
            <a:spLocks noGrp="1"/>
          </p:cNvSpPr>
          <p:nvPr>
            <p:ph type="body" idx="8"/>
          </p:nvPr>
        </p:nvSpPr>
        <p:spPr/>
        <p:txBody>
          <a:bodyPr/>
          <a:lstStyle/>
          <a:p>
            <a:pPr/>
            <a:r>
              <a:t>Sam Rivera</a:t>
            </a:r>
          </a:p>
          <a:p>
            <a:pPr lvl="1"/>
            <a:r>
              <a:t>Product</a:t>
            </a:r>
          </a:p>
        </p:txBody>
      </p:sp>
      <p:sp>
        <p:nvSpPr>
          <p:cNvPr id="11" name="Picture Placeholder 10"/>
          <p:cNvSpPr>
            <a:spLocks noGrp="1"/>
          </p:cNvSpPr>
          <p:nvPr>
            <p:ph type="pic" idx="9"/>
          </p:nvPr>
        </p:nvSpPr>
        <p:spPr/>
      </p:sp>
      <p:sp>
        <p:nvSpPr>
          <p:cNvPr id="12" name="Text Placeholder 1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pPr/>
            <a:r>
              <a:t>Riley Okafor</a:t>
            </a:r>
          </a:p>
          <a:p>
            <a:pPr lvl="1"/>
            <a:r>
              <a:t>Engineering</a:t>
            </a:r>
          </a:p>
        </p:txBody>
      </p:sp>
      <p:sp>
        <p:nvSpPr>
          <p:cNvPr id="13" name="Picture Placeholder 12"/>
          <p:cNvSpPr>
            <a:spLocks noGrp="1"/>
          </p:cNvSpPr>
          <p:nvPr>
            <p:ph type="pic" idx="14"/>
          </p:nvPr>
        </p:nvSpPr>
        <p:spPr/>
      </p:sp>
      <p:sp>
        <p:nvSpPr>
          <p:cNvPr id="14" name="Text Placeholder 13"/>
          <p:cNvSpPr>
            <a:spLocks noGrp="1"/>
          </p:cNvSpPr>
          <p:nvPr>
            <p:ph type="body" idx="15"/>
          </p:nvPr>
        </p:nvSpPr>
        <p:spPr/>
        <p:txBody>
          <a:bodyPr/>
          <a:lstStyle/>
          <a:p>
            <a:pPr/>
            <a:r>
              <a:t>Casey Brown</a:t>
            </a:r>
          </a:p>
          <a:p>
            <a:pPr lvl="1"/>
            <a:r>
              <a:t>Change management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Jordan Singh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t>Chief Financial Officer</a:t>
            </a:r>
          </a:p>
          <a:p>
            <a:pPr/>
            <a:r>
              <a:t>Joined in 2019 from a regional bank.</a:t>
            </a:r>
          </a:p>
          <a:p>
            <a:pPr/>
            <a:r>
              <a:t>Responsible for planning, treasury and investor relations.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Operating model overview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Programme status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Scope confirmed for all four regions</a:t>
            </a:r>
          </a:p>
          <a:p>
            <a:pPr/>
            <a:r>
              <a:t>Spend within 2% of plan</a:t>
            </a:r>
          </a:p>
          <a:p>
            <a:pPr/>
            <a:r>
              <a:t>Two risks escalated to the steering group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Support tickets fell after the self-service launch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t>Monthly tickets, January to September 2026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/>
          </p:nvPr>
        </p:nvSpPr>
        <p:spPr/>
        <p:txBody>
          <a:bodyPr/>
          <a:lstStyle/>
          <a:p>
            <a:pPr/>
            <a:r>
              <a:t>Self-service launched in April</a:t>
            </a:r>
          </a:p>
          <a:p>
            <a:pPr/>
            <a:r>
              <a:t>Tickets fell from 4,200 to 3,450 per month by September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Programme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In scope</a:t>
            </a:r>
          </a:p>
          <a:p>
            <a:pPr lvl="1"/>
            <a:r>
              <a:t>Customer onboarding</a:t>
            </a:r>
          </a:p>
          <a:p>
            <a:pPr lvl="1"/>
            <a:r>
              <a:t>Billing changes</a:t>
            </a:r>
          </a:p>
          <a:p>
            <a:pPr lvl="1"/>
            <a:r>
              <a:t>Reporting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/>
          </p:nvPr>
        </p:nvSpPr>
        <p:spPr/>
        <p:txBody>
          <a:bodyPr/>
          <a:lstStyle/>
          <a:p>
            <a:pPr/>
            <a:r>
              <a:t>Out of scope</a:t>
            </a:r>
          </a:p>
          <a:p>
            <a:pPr lvl="1"/>
            <a:r>
              <a:t>Pricing review</a:t>
            </a:r>
          </a:p>
          <a:p>
            <a:pPr lvl="1"/>
            <a:r>
              <a:t>Partner contracts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Service coverage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Summary</a:t>
            </a:r>
          </a:p>
          <a:p>
            <a:pPr lvl="1"/>
            <a:r>
              <a:t>Four regions covered</a:t>
            </a:r>
          </a:p>
          <a:p>
            <a:pPr lvl="1"/>
            <a:r>
              <a:t>Two pending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/>
          </p:nvPr>
        </p:nvSpPr>
        <p:spPr/>
        <p:txBody>
          <a:bodyPr/>
          <a:lstStyle/>
          <a:p>
            <a:pPr/>
            <a:r>
              <a:t>North: full coverage since March</a:t>
            </a:r>
          </a:p>
          <a:p>
            <a:pPr/>
            <a:r>
              <a:t>Central: full coverage since May</a:t>
            </a:r>
          </a:p>
          <a:p>
            <a:pPr/>
            <a:r>
              <a:t>South and West: pilots running until December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Regional performance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North exceeded plan in every quarter</a:t>
            </a:r>
          </a:p>
          <a:p>
            <a:pPr/>
            <a:r>
              <a:t>Central recovered after a weak first quarter</a:t>
            </a:r>
          </a:p>
          <a:p>
            <a:pPr/>
            <a:r>
              <a:t>South and West are tracking to plan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/>
          </p:nvPr>
        </p:nvSpPr>
        <p:spPr/>
        <p:txBody>
          <a:bodyPr/>
          <a:lstStyle/>
          <a:p>
            <a:pPr/>
            <a:r>
              <a:t>Summary</a:t>
            </a:r>
          </a:p>
          <a:p>
            <a:pPr lvl="1"/>
            <a:r>
              <a:t>Two regions ahead of plan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Programme workstreams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Process</a:t>
            </a:r>
          </a:p>
          <a:p>
            <a:pPr lvl="1"/>
            <a:r>
              <a:t>Map and simplify approvals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/>
          </p:nvPr>
        </p:nvSpPr>
        <p:spPr/>
        <p:txBody>
          <a:bodyPr/>
          <a:lstStyle/>
          <a:p>
            <a:pPr/>
            <a:r>
              <a:t>Technology</a:t>
            </a:r>
          </a:p>
          <a:p>
            <a:pPr lvl="1"/>
            <a:r>
              <a:t>Replace the legacy portal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3"/>
          </p:nvPr>
        </p:nvSpPr>
        <p:spPr/>
        <p:txBody>
          <a:bodyPr/>
          <a:lstStyle/>
          <a:p>
            <a:pPr/>
            <a:r>
              <a:t>People</a:t>
            </a:r>
          </a:p>
          <a:p>
            <a:pPr lvl="1"/>
            <a:r>
              <a:t>Train 400 staff by March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Capabilities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Planning</a:t>
            </a:r>
          </a:p>
          <a:p>
            <a:pPr lvl="1"/>
            <a:r>
              <a:t>Quarterly forecasts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/>
          </p:nvPr>
        </p:nvSpPr>
        <p:spPr/>
        <p:txBody>
          <a:bodyPr/>
          <a:lstStyle/>
          <a:p>
            <a:pPr/>
            <a:r>
              <a:t>Reporting</a:t>
            </a:r>
          </a:p>
          <a:p>
            <a:pPr lvl="1"/>
            <a:r>
              <a:t>Monthly dashboards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3"/>
          </p:nvPr>
        </p:nvSpPr>
        <p:spPr/>
        <p:txBody>
          <a:bodyPr/>
          <a:lstStyle/>
          <a:p>
            <a:pPr/>
            <a:r>
              <a:t>Analytics</a:t>
            </a:r>
          </a:p>
          <a:p>
            <a:pPr lvl="1"/>
            <a:r>
              <a:t>Ad hoc analysis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4"/>
          </p:nvPr>
        </p:nvSpPr>
        <p:spPr/>
        <p:txBody>
          <a:bodyPr/>
          <a:lstStyle/>
          <a:p>
            <a:pPr/>
            <a:r>
              <a:t>Governance</a:t>
            </a:r>
          </a:p>
          <a:p>
            <a:pPr lvl="1"/>
            <a:r>
              <a:t>Data standards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Adoption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t>42%</a:t>
            </a:r>
          </a:p>
          <a:p>
            <a:pPr lvl="1"/>
            <a:r>
              <a:t>of eligible staff use the portal weekly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/>
          </p:nvPr>
        </p:nvSpPr>
        <p:spPr/>
        <p:txBody>
          <a:bodyPr/>
          <a:lstStyle/>
          <a:p>
            <a:pPr/>
            <a:r>
              <a:t>Up from 28% in January</a:t>
            </a:r>
          </a:p>
          <a:p>
            <a:pPr/>
            <a:r>
              <a:t>Highest in North and Central</a:t>
            </a:r>
          </a:p>
          <a:p>
            <a:pPr/>
            <a:r>
              <a:t>Target: 60% by June 2027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Three decisions are needed today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Cycle time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t>18 days</a:t>
            </a:r>
          </a:p>
          <a:p>
            <a:pPr lvl="1"/>
            <a:r>
              <a:t>median order-to-delivery time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Year-to-date results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t>42%</a:t>
            </a:r>
          </a:p>
          <a:p>
            <a:pPr lvl="1"/>
            <a:r>
              <a:t>adoption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t>£3.2m</a:t>
            </a:r>
          </a:p>
          <a:p>
            <a:pPr lvl="1"/>
            <a:r>
              <a:t>annual value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t>18 days</a:t>
            </a:r>
          </a:p>
          <a:p>
            <a:pPr lvl="1"/>
            <a:r>
              <a:t>cycle time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Definition: active user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Active user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/>
          </p:nvPr>
        </p:nvSpPr>
        <p:spPr/>
        <p:txBody>
          <a:bodyPr/>
          <a:lstStyle/>
          <a:p>
            <a:pPr/>
            <a:r>
              <a:t>A person who signs in at least once in a 28-day period.</a:t>
            </a:r>
          </a:p>
          <a:p>
            <a:pPr/>
            <a:r>
              <a:t>Excludes service accounts and test users.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t>“The new approval process halved our turnaround time.”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t>Name, Role, Organization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t>“We now close the month in four days instead of nine.”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t>Name, Role, Organization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1   Adoption is ahead of plan</a:t>
            </a:r>
          </a:p>
          <a:p>
            <a:pPr/>
            <a:r>
              <a:t>2   Costs are within budget</a:t>
            </a:r>
          </a:p>
          <a:p>
            <a:pPr/>
            <a:r>
              <a:t>3   One decision is needed on scope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Recommendation: proceed with phase two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Finding</a:t>
            </a:r>
          </a:p>
          <a:p>
            <a:pPr lvl="1"/>
            <a:r>
              <a:t>Phase one met all exit criteria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/>
          </p:nvPr>
        </p:nvSpPr>
        <p:spPr/>
        <p:txBody>
          <a:bodyPr/>
          <a:lstStyle/>
          <a:p>
            <a:pPr/>
            <a:r>
              <a:t>Impact</a:t>
            </a:r>
          </a:p>
          <a:p>
            <a:pPr lvl="1"/>
            <a:r>
              <a:t>£3.2m annual value confirmed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3"/>
          </p:nvPr>
        </p:nvSpPr>
        <p:spPr/>
        <p:txBody>
          <a:bodyPr/>
          <a:lstStyle/>
          <a:p>
            <a:pPr/>
            <a:r>
              <a:t>Next step</a:t>
            </a:r>
          </a:p>
          <a:p>
            <a:pPr lvl="1"/>
            <a:r>
              <a:t>Approve phase two budget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Recommendation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Adopt option B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/>
          </p:nvPr>
        </p:nvSpPr>
        <p:spPr/>
        <p:txBody>
          <a:bodyPr/>
          <a:lstStyle/>
          <a:p>
            <a:pPr/>
            <a:r>
              <a:t>Lowest five-year cost</a:t>
            </a:r>
          </a:p>
          <a:p>
            <a:pPr/>
            <a:r>
              <a:t>Meets all security requirements</a:t>
            </a:r>
          </a:p>
          <a:p>
            <a:pPr/>
            <a:r>
              <a:t>Can start in January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Option A versus option B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t>Option 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/>
          </p:nvPr>
        </p:nvSpPr>
        <p:spPr/>
        <p:txBody>
          <a:bodyPr/>
          <a:lstStyle/>
          <a:p>
            <a:pPr/>
            <a:r>
              <a:t>£1.2m five-year cost</a:t>
            </a:r>
          </a:p>
          <a:p>
            <a:pPr/>
            <a:r>
              <a:t>Live in nine months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t>Option B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4"/>
          </p:nvPr>
        </p:nvSpPr>
        <p:spPr/>
        <p:txBody>
          <a:bodyPr/>
          <a:lstStyle/>
          <a:p>
            <a:pPr/>
            <a:r>
              <a:t>£0.9m five-year cost</a:t>
            </a:r>
          </a:p>
          <a:p>
            <a:pPr/>
            <a:r>
              <a:t>Live in six months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Hosted service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t>Advantages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/>
          </p:nvPr>
        </p:nvSpPr>
        <p:spPr/>
        <p:txBody>
          <a:bodyPr/>
          <a:lstStyle/>
          <a:p>
            <a:pPr/>
            <a:r>
              <a:t>No hardware to maintain</a:t>
            </a:r>
          </a:p>
          <a:p>
            <a:pPr/>
            <a:r>
              <a:t>Automatic updates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t>Limitations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4"/>
          </p:nvPr>
        </p:nvSpPr>
        <p:spPr/>
        <p:txBody>
          <a:bodyPr/>
          <a:lstStyle/>
          <a:p>
            <a:pPr/>
            <a:r>
              <a:t>Annual licence increases</a:t>
            </a:r>
          </a:p>
          <a:p>
            <a:pPr/>
            <a:r>
              <a:t>Limited customisation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Checkout page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t>Before</a:t>
            </a:r>
          </a:p>
          <a:p>
            <a:pPr lvl="1"/>
            <a:r>
              <a:t>Five steps</a:t>
            </a:r>
          </a:p>
        </p:txBody>
      </p:sp>
      <p:sp>
        <p:nvSpPr>
          <p:cNvPr id="5" name="Picture Placeholder 4"/>
          <p:cNvSpPr>
            <a:spLocks noGrp="1"/>
          </p:cNvSpPr>
          <p:nvPr>
            <p:ph type="pic" idx="3"/>
          </p:nvPr>
        </p:nvSpPr>
        <p:spPr/>
      </p:sp>
      <p:sp>
        <p:nvSpPr>
          <p:cNvPr id="6" name="Text Placeholder 5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t>After</a:t>
            </a:r>
          </a:p>
          <a:p>
            <a:pPr lvl="1"/>
            <a:r>
              <a:t>Two steps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Late invoices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t>Problem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/>
          </p:nvPr>
        </p:nvSpPr>
        <p:spPr/>
        <p:txBody>
          <a:bodyPr/>
          <a:lstStyle/>
          <a:p>
            <a:pPr/>
            <a:r>
              <a:t>30% of invoices are paid late</a:t>
            </a:r>
          </a:p>
          <a:p>
            <a:pPr/>
            <a:r>
              <a:t>Manual approval queue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t>Solution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4"/>
          </p:nvPr>
        </p:nvSpPr>
        <p:spPr/>
        <p:txBody>
          <a:bodyPr/>
          <a:lstStyle/>
          <a:p>
            <a:pPr/>
            <a:r>
              <a:t>Automated approval under £5,000</a:t>
            </a:r>
          </a:p>
          <a:p>
            <a:pPr/>
            <a:r>
              <a:t>Weekly exception report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Warehouse consolidation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Challenge</a:t>
            </a:r>
          </a:p>
          <a:p>
            <a:pPr lvl="1"/>
            <a:r>
              <a:t>Three sites with duplicated stock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/>
          </p:nvPr>
        </p:nvSpPr>
        <p:spPr/>
        <p:txBody>
          <a:bodyPr/>
          <a:lstStyle/>
          <a:p>
            <a:pPr/>
            <a:r>
              <a:t>Approach</a:t>
            </a:r>
          </a:p>
          <a:p>
            <a:pPr lvl="1"/>
            <a:r>
              <a:t>Consolidated to one site over six months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3"/>
          </p:nvPr>
        </p:nvSpPr>
        <p:spPr/>
        <p:txBody>
          <a:bodyPr/>
          <a:lstStyle/>
          <a:p>
            <a:pPr/>
            <a:r>
              <a:t>Result</a:t>
            </a:r>
          </a:p>
          <a:p>
            <a:pPr lvl="1"/>
            <a:r>
              <a:t>Stock holding down 22%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Example Organization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t>Reduced onboarding time from 20 days to 12.</a:t>
            </a:r>
          </a:p>
          <a:p>
            <a:pPr/>
            <a:r>
              <a:t>Customer since 2023.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Frequently asked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When does the pilot start?</a:t>
            </a:r>
          </a:p>
          <a:p>
            <a:pPr lvl="1"/>
            <a:r>
              <a:t>1 November 2026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/>
          </p:nvPr>
        </p:nvSpPr>
        <p:spPr/>
        <p:txBody>
          <a:bodyPr/>
          <a:lstStyle/>
          <a:p>
            <a:pPr/>
            <a:r>
              <a:t>Who can take part?</a:t>
            </a:r>
          </a:p>
          <a:p>
            <a:pPr lvl="1"/>
            <a:r>
              <a:t>All staff in the North region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Which option should we fund?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New service centre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t>Opened in September 2026</a:t>
            </a:r>
          </a:p>
          <a:p>
            <a:pPr/>
            <a:r>
              <a:t>Handles all customer calls for the North region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Field equipment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t>Standard kit issued to every engineer from January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"/>
          </p:nvPr>
        </p:nvSpPr>
        <p:spPr/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Field operations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Site photographs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/>
        </p:txBody>
      </p:sp>
      <p:sp>
        <p:nvSpPr>
          <p:cNvPr id="5" name="Picture Placeholder 4"/>
          <p:cNvSpPr>
            <a:spLocks noGrp="1"/>
          </p:cNvSpPr>
          <p:nvPr>
            <p:ph type="pic" idx="3"/>
          </p:nvPr>
        </p:nvSpPr>
        <p:spPr/>
      </p:sp>
      <p:sp>
        <p:nvSpPr>
          <p:cNvPr id="6" name="Text Placeholder 5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/>
        </p:txBody>
      </p:sp>
      <p:sp>
        <p:nvSpPr>
          <p:cNvPr id="7" name="Picture Placeholder 6"/>
          <p:cNvSpPr>
            <a:spLocks noGrp="1"/>
          </p:cNvSpPr>
          <p:nvPr>
            <p:ph type="pic" idx="5"/>
          </p:nvPr>
        </p:nvSpPr>
        <p:spPr/>
      </p:sp>
      <p:sp>
        <p:nvSpPr>
          <p:cNvPr id="8" name="Text Placeholder 7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/>
        </p:txBody>
      </p:sp>
      <p:sp>
        <p:nvSpPr>
          <p:cNvPr id="9" name="Picture Placeholder 8"/>
          <p:cNvSpPr>
            <a:spLocks noGrp="1"/>
          </p:cNvSpPr>
          <p:nvPr>
            <p:ph type="pic" idx="7"/>
          </p:nvPr>
        </p:nvSpPr>
        <p:spPr/>
      </p:sp>
      <p:sp>
        <p:nvSpPr>
          <p:cNvPr id="10" name="Text Placeholder 9"/>
          <p:cNvSpPr>
            <a:spLocks noGrp="1"/>
          </p:cNvSpPr>
          <p:nvPr>
            <p:ph type="body" idx="8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Dashboard home screen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Dashboard filters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t>1   Date range</a:t>
            </a:r>
          </a:p>
          <a:p>
            <a:pPr/>
            <a:r>
              <a:t>2   Region</a:t>
            </a:r>
          </a:p>
          <a:p>
            <a:pPr/>
            <a:r>
              <a:t>3   Export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Product demonstration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Adoption by region (%)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>
            <p:ph idx="1"/>
          </p:nvPr>
        </p:nvGraphicFramePr>
        <p:xfrm>
          <a:off x="548640" y="1417320"/>
          <a:ext cx="11094415" cy="4663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Adoption: actual versus target (%)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>
            <p:ph idx="1"/>
          </p:nvPr>
        </p:nvGraphicFramePr>
        <p:xfrm>
          <a:off x="548640" y="1417320"/>
          <a:ext cx="11094415" cy="4663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Units sold by region and channel (thousands)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>
            <p:ph idx="1"/>
          </p:nvPr>
        </p:nvGraphicFramePr>
        <p:xfrm>
          <a:off x="548640" y="1417320"/>
          <a:ext cx="11094415" cy="4663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Units sold by region and channel (thousands)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>
            <p:ph idx="1"/>
          </p:nvPr>
        </p:nvGraphicFramePr>
        <p:xfrm>
          <a:off x="548640" y="1417320"/>
          <a:ext cx="11094415" cy="4663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Sales mix by region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>
            <p:ph idx="1"/>
          </p:nvPr>
        </p:nvGraphicFramePr>
        <p:xfrm>
          <a:off x="548640" y="1417320"/>
          <a:ext cx="11094415" cy="4663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Adoption by region (%)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>
            <p:ph idx="1"/>
          </p:nvPr>
        </p:nvGraphicFramePr>
        <p:xfrm>
          <a:off x="548640" y="1417320"/>
          <a:ext cx="11094415" cy="4663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Adoption: actual versus target (%)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>
            <p:ph idx="1"/>
          </p:nvPr>
        </p:nvGraphicFramePr>
        <p:xfrm>
          <a:off x="548640" y="1417320"/>
          <a:ext cx="11094415" cy="4663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Units sold by region and channel (thousands)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>
            <p:ph idx="1"/>
          </p:nvPr>
        </p:nvGraphicFramePr>
        <p:xfrm>
          <a:off x="548640" y="1417320"/>
          <a:ext cx="11094415" cy="4663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Sales mix by region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>
            <p:ph idx="1"/>
          </p:nvPr>
        </p:nvGraphicFramePr>
        <p:xfrm>
          <a:off x="548640" y="1417320"/>
          <a:ext cx="11094415" cy="4663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Priority scores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>
            <p:ph idx="1"/>
          </p:nvPr>
        </p:nvGraphicFramePr>
        <p:xfrm>
          <a:off x="548640" y="1417320"/>
          <a:ext cx="11094415" cy="4663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Revenue by segment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>
            <p:ph idx="1"/>
          </p:nvPr>
        </p:nvGraphicFramePr>
        <p:xfrm>
          <a:off x="548640" y="1417320"/>
          <a:ext cx="11094415" cy="4663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Revenue by segment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>
            <p:ph idx="1"/>
          </p:nvPr>
        </p:nvGraphicFramePr>
        <p:xfrm>
          <a:off x="548640" y="1417320"/>
          <a:ext cx="11094415" cy="4663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Monthly active users (thousands)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>
            <p:ph idx="1"/>
          </p:nvPr>
        </p:nvGraphicFramePr>
        <p:xfrm>
          <a:off x="548640" y="1417320"/>
          <a:ext cx="11094415" cy="4663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Monthly active users by plan (thousands)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>
            <p:ph idx="1"/>
          </p:nvPr>
        </p:nvGraphicFramePr>
        <p:xfrm>
          <a:off x="548640" y="1417320"/>
          <a:ext cx="11094415" cy="4663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Monthly active users: actual and target (thousands)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>
            <p:ph idx="1"/>
          </p:nvPr>
        </p:nvGraphicFramePr>
        <p:xfrm>
          <a:off x="548640" y="1417320"/>
          <a:ext cx="11094415" cy="4663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Operating profit bridge (£m)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>
            <p:ph idx="1"/>
          </p:nvPr>
        </p:nvGraphicFramePr>
        <p:xfrm>
          <a:off x="548640" y="1417320"/>
          <a:ext cx="11094415" cy="4663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Price index versus satisfaction score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>
            <p:ph idx="1"/>
          </p:nvPr>
        </p:nvGraphicFramePr>
        <p:xfrm>
          <a:off x="548640" y="1417320"/>
          <a:ext cx="11094415" cy="4663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Markets: growth, share and size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>
            <p:ph idx="1"/>
          </p:nvPr>
        </p:nvGraphicFramePr>
        <p:xfrm>
          <a:off x="548640" y="1417320"/>
          <a:ext cx="11094415" cy="4663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Sales pipeline (opportunities)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>
            <p:ph idx="1"/>
          </p:nvPr>
        </p:nvGraphicFramePr>
        <p:xfrm>
          <a:off x="548640" y="1417320"/>
          <a:ext cx="11094415" cy="4663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Revenue by product (%)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417320"/>
            <a:ext cx="4659654" cy="4663440"/>
          </a:xfrm>
          <a:prstGeom prst="rect">
            <a:avLst/>
          </a:prstGeom>
          <a:solidFill>
            <a:schemeClr val="accent1"/>
          </a:solidFill>
          <a:ln w="25400"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/>
          <a:lstStyle/>
          <a:p>
            <a:pPr algn="l"/>
            <a:r>
              <a:rPr sz="1800" b="1">
                <a:solidFill>
                  <a:schemeClr val="bg1"/>
                </a:solidFill>
              </a:rPr>
              <a:t>Product A</a:t>
            </a:r>
          </a:p>
          <a:p>
            <a:pPr algn="l"/>
            <a:r>
              <a:rPr sz="1600">
                <a:solidFill>
                  <a:schemeClr val="bg1"/>
                </a:solidFill>
              </a:rPr>
              <a:t>42%</a:t>
            </a:r>
          </a:p>
        </p:txBody>
      </p:sp>
      <p:sp>
        <p:nvSpPr>
          <p:cNvPr id="4" name="Rectangle 3"/>
          <p:cNvSpPr/>
          <p:nvPr/>
        </p:nvSpPr>
        <p:spPr>
          <a:xfrm>
            <a:off x="5208294" y="1417320"/>
            <a:ext cx="6434760" cy="1929699"/>
          </a:xfrm>
          <a:prstGeom prst="rect">
            <a:avLst/>
          </a:prstGeom>
          <a:solidFill>
            <a:schemeClr val="accent2"/>
          </a:solidFill>
          <a:ln w="25400"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/>
          <a:lstStyle/>
          <a:p>
            <a:pPr algn="l"/>
            <a:r>
              <a:rPr sz="1800" b="1">
                <a:solidFill>
                  <a:schemeClr val="bg1"/>
                </a:solidFill>
              </a:rPr>
              <a:t>Product B</a:t>
            </a:r>
          </a:p>
          <a:p>
            <a:pPr algn="l"/>
            <a:r>
              <a:rPr sz="1600">
                <a:solidFill>
                  <a:schemeClr val="bg1"/>
                </a:solidFill>
              </a:rPr>
              <a:t>24%</a:t>
            </a:r>
          </a:p>
        </p:txBody>
      </p:sp>
      <p:sp>
        <p:nvSpPr>
          <p:cNvPr id="5" name="Rectangle 4"/>
          <p:cNvSpPr/>
          <p:nvPr/>
        </p:nvSpPr>
        <p:spPr>
          <a:xfrm>
            <a:off x="5208294" y="3347019"/>
            <a:ext cx="3406638" cy="2733740"/>
          </a:xfrm>
          <a:prstGeom prst="rect">
            <a:avLst/>
          </a:prstGeom>
          <a:solidFill>
            <a:schemeClr val="accent3"/>
          </a:solidFill>
          <a:ln w="25400"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/>
          <a:lstStyle/>
          <a:p>
            <a:pPr algn="l"/>
            <a:r>
              <a:rPr sz="1800" b="1">
                <a:solidFill>
                  <a:schemeClr val="bg1"/>
                </a:solidFill>
              </a:rPr>
              <a:t>Product C</a:t>
            </a:r>
          </a:p>
          <a:p>
            <a:pPr algn="l"/>
            <a:r>
              <a:rPr sz="1600">
                <a:solidFill>
                  <a:schemeClr val="bg1"/>
                </a:solidFill>
              </a:rPr>
              <a:t>18%</a:t>
            </a:r>
          </a:p>
        </p:txBody>
      </p:sp>
      <p:sp>
        <p:nvSpPr>
          <p:cNvPr id="6" name="Rectangle 5"/>
          <p:cNvSpPr/>
          <p:nvPr/>
        </p:nvSpPr>
        <p:spPr>
          <a:xfrm>
            <a:off x="8614932" y="3347019"/>
            <a:ext cx="3028122" cy="2733740"/>
          </a:xfrm>
          <a:prstGeom prst="rect">
            <a:avLst/>
          </a:prstGeom>
          <a:solidFill>
            <a:schemeClr val="accent4"/>
          </a:solidFill>
          <a:ln w="25400"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/>
          <a:lstStyle/>
          <a:p>
            <a:pPr algn="l"/>
            <a:r>
              <a:rPr sz="1800" b="1">
                <a:solidFill>
                  <a:schemeClr val="bg1"/>
                </a:solidFill>
              </a:rPr>
              <a:t>Product D</a:t>
            </a:r>
          </a:p>
          <a:p>
            <a:pPr algn="l"/>
            <a:r>
              <a:rPr sz="1600">
                <a:solidFill>
                  <a:schemeClr val="bg1"/>
                </a:solidFill>
              </a:rPr>
              <a:t>16%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Utilisation by region and quarter (%)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ph idx="1"/>
          </p:nvPr>
        </p:nvGraphicFramePr>
        <p:xfrm>
          <a:off x="548640" y="1417320"/>
          <a:ext cx="11094415" cy="3886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8883"/>
                <a:gridCol w="2218883"/>
                <a:gridCol w="2218883"/>
                <a:gridCol w="2218883"/>
                <a:gridCol w="2218883"/>
              </a:tblGrid>
              <a:tr h="777240">
                <a:tc>
                  <a:txBody>
                    <a:bodyPr/>
                    <a:lstStyle/>
                    <a:p>
                      <a:r>
                        <a:rPr sz="1400"/>
                        <a:t>Region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400"/>
                        <a:t>Q1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400"/>
                        <a:t>Q2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400"/>
                        <a:t>Q3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400"/>
                        <a:t>Q4</a:t>
                      </a:r>
                    </a:p>
                  </a:txBody>
                  <a:tcPr anchor="ctr"/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400"/>
                        <a:t>North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chemeClr val="tx1"/>
                          </a:solidFill>
                        </a:rPr>
                        <a:t>18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chemeClr val="tx1"/>
                          </a:solidFill>
                        </a:rPr>
                        <a:t>42</a:t>
                      </a:r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chemeClr val="bg1"/>
                          </a:solidFill>
                        </a:rPr>
                        <a:t>61</a:t>
                      </a:r>
                    </a:p>
                  </a:txBody>
                  <a:tcPr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chemeClr val="bg1"/>
                          </a:solidFill>
                        </a:rPr>
                        <a:t>78</a:t>
                      </a:r>
                    </a:p>
                  </a:txBody>
                  <a:tcPr anchor="ctr">
                    <a:solidFill>
                      <a:schemeClr val="accent1">
                        <a:lumMod val="50000"/>
                      </a:schemeClr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400"/>
                        <a:t>Central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chemeClr val="tx1"/>
                          </a:solidFill>
                        </a:rPr>
                        <a:t>25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chemeClr val="bg1"/>
                          </a:solidFill>
                        </a:rPr>
                        <a:t>55</a:t>
                      </a:r>
                    </a:p>
                  </a:txBody>
                  <a:tcPr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chemeClr val="bg1"/>
                          </a:solidFill>
                        </a:rPr>
                        <a:t>72</a:t>
                      </a:r>
                    </a:p>
                  </a:txBody>
                  <a:tcPr anchor="ctr">
                    <a:solidFill>
                      <a:schemeClr val="accent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chemeClr val="bg1"/>
                          </a:solidFill>
                        </a:rPr>
                        <a:t>84</a:t>
                      </a:r>
                    </a:p>
                  </a:txBody>
                  <a:tcPr anchor="ctr">
                    <a:solidFill>
                      <a:schemeClr val="accent1">
                        <a:lumMod val="50000"/>
                      </a:schemeClr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400"/>
                        <a:t>South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chemeClr val="tx1"/>
                          </a:solidFill>
                        </a:rPr>
                        <a:t>31</a:t>
                      </a:r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chemeClr val="tx1"/>
                          </a:solidFill>
                        </a:rPr>
                        <a:t>48</a:t>
                      </a:r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chemeClr val="bg1"/>
                          </a:solidFill>
                        </a:rPr>
                        <a:t>67</a:t>
                      </a:r>
                    </a:p>
                  </a:txBody>
                  <a:tcPr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chemeClr val="bg1"/>
                          </a:solidFill>
                        </a:rPr>
                        <a:t>73</a:t>
                      </a:r>
                    </a:p>
                  </a:txBody>
                  <a:tcPr anchor="ctr">
                    <a:solidFill>
                      <a:schemeClr val="accent1">
                        <a:lumMod val="50000"/>
                      </a:schemeClr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400"/>
                        <a:t>West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chemeClr val="tx1"/>
                          </a:solidFill>
                        </a:rPr>
                        <a:t>44</a:t>
                      </a:r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chemeClr val="bg1"/>
                          </a:solidFill>
                        </a:rPr>
                        <a:t>59</a:t>
                      </a:r>
                    </a:p>
                  </a:txBody>
                  <a:tcPr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chemeClr val="bg1"/>
                          </a:solidFill>
                        </a:rPr>
                        <a:t>76</a:t>
                      </a:r>
                    </a:p>
                  </a:txBody>
                  <a:tcPr anchor="ctr">
                    <a:solidFill>
                      <a:schemeClr val="accent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chemeClr val="bg1"/>
                          </a:solidFill>
                        </a:rPr>
                        <a:t>91</a:t>
                      </a:r>
                    </a:p>
                  </a:txBody>
                  <a:tcPr anchor="ctr">
                    <a:solidFill>
                      <a:schemeClr val="accent1">
                        <a:lumMod val="5000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Customers by region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t>North: 42%</a:t>
            </a:r>
          </a:p>
          <a:p>
            <a:pPr/>
            <a:r>
              <a:t>Central: 36%</a:t>
            </a:r>
          </a:p>
          <a:p>
            <a:pPr/>
            <a:r>
              <a:t>South: 25%</a:t>
            </a:r>
          </a:p>
          <a:p>
            <a:pPr/>
            <a:r>
              <a:t>West: 31%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Scorecard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t>42%</a:t>
            </a:r>
          </a:p>
          <a:p>
            <a:pPr lvl="1"/>
            <a:r>
              <a:t>adoption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t>£3.2m</a:t>
            </a:r>
          </a:p>
          <a:p>
            <a:pPr lvl="1"/>
            <a:r>
              <a:t>annual value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t>18 days</a:t>
            </a:r>
          </a:p>
          <a:p>
            <a:pPr lvl="1"/>
            <a:r>
              <a:t>cycle time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t>+12%</a:t>
            </a:r>
          </a:p>
          <a:p>
            <a:pPr lvl="1"/>
            <a:r>
              <a:t>year on year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Adoption: actual versus target (%)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>
            <p:ph idx="1"/>
          </p:nvPr>
        </p:nvGraphicFramePr>
        <p:xfrm>
          <a:off x="548640" y="1417320"/>
          <a:ext cx="7213397" cy="4663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/>
          </p:nvPr>
        </p:nvSpPr>
        <p:spPr/>
        <p:txBody>
          <a:bodyPr/>
          <a:lstStyle/>
          <a:p>
            <a:pPr/>
            <a:r>
              <a:t>All four regions are above target</a:t>
            </a:r>
          </a:p>
          <a:p>
            <a:pPr lvl="1"/>
            <a:r>
              <a:t>Largest gap: North, +7 points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Programme timeline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31519" y="3566160"/>
            <a:ext cx="10728656" cy="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Oval 3"/>
          <p:cNvSpPr/>
          <p:nvPr/>
        </p:nvSpPr>
        <p:spPr>
          <a:xfrm>
            <a:off x="987552" y="3456432"/>
            <a:ext cx="219456" cy="219456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39" y="2606039"/>
            <a:ext cx="2011680" cy="640080"/>
          </a:xfrm>
          <a:prstGeom prst="rect">
            <a:avLst/>
          </a:prstGeom>
          <a:noFill/>
        </p:spPr>
        <p:txBody>
          <a:bodyPr wrap="square" anchor="b" lIns="73152" rIns="73152">
            <a:spAutoFit/>
          </a:bodyPr>
          <a:lstStyle/>
          <a:p>
            <a:pPr algn="ctr"/>
            <a:r>
              <a:rPr sz="1600" b="1">
                <a:solidFill>
                  <a:schemeClr val="tx1"/>
                </a:solidFill>
              </a:rPr>
              <a:t>Oct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39" y="3840480"/>
            <a:ext cx="2011680" cy="73152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/>
            <a:r>
              <a:rPr sz="1400">
                <a:solidFill>
                  <a:schemeClr val="tx1"/>
                </a:solidFill>
              </a:rPr>
              <a:t>Kick-off</a:t>
            </a:r>
          </a:p>
        </p:txBody>
      </p:sp>
      <p:sp>
        <p:nvSpPr>
          <p:cNvPr id="7" name="Oval 6"/>
          <p:cNvSpPr/>
          <p:nvPr/>
        </p:nvSpPr>
        <p:spPr>
          <a:xfrm>
            <a:off x="3486835" y="3456432"/>
            <a:ext cx="219456" cy="219456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590723" y="2606039"/>
            <a:ext cx="2011680" cy="640080"/>
          </a:xfrm>
          <a:prstGeom prst="rect">
            <a:avLst/>
          </a:prstGeom>
          <a:noFill/>
        </p:spPr>
        <p:txBody>
          <a:bodyPr wrap="square" anchor="b" lIns="73152" rIns="73152">
            <a:spAutoFit/>
          </a:bodyPr>
          <a:lstStyle/>
          <a:p>
            <a:pPr algn="ctr"/>
            <a:r>
              <a:rPr sz="1600" b="1">
                <a:solidFill>
                  <a:schemeClr val="tx1"/>
                </a:solidFill>
              </a:rPr>
              <a:t>Dec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90723" y="3840480"/>
            <a:ext cx="2011680" cy="73152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/>
            <a:r>
              <a:rPr sz="1400">
                <a:solidFill>
                  <a:schemeClr val="tx1"/>
                </a:solidFill>
              </a:rPr>
              <a:t>Design signed off</a:t>
            </a:r>
          </a:p>
        </p:txBody>
      </p:sp>
      <p:sp>
        <p:nvSpPr>
          <p:cNvPr id="10" name="Oval 9"/>
          <p:cNvSpPr/>
          <p:nvPr/>
        </p:nvSpPr>
        <p:spPr>
          <a:xfrm>
            <a:off x="5986119" y="3456432"/>
            <a:ext cx="219456" cy="219456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90007" y="2606039"/>
            <a:ext cx="2011680" cy="640080"/>
          </a:xfrm>
          <a:prstGeom prst="rect">
            <a:avLst/>
          </a:prstGeom>
          <a:noFill/>
        </p:spPr>
        <p:txBody>
          <a:bodyPr wrap="square" anchor="b" lIns="73152" rIns="73152">
            <a:spAutoFit/>
          </a:bodyPr>
          <a:lstStyle/>
          <a:p>
            <a:pPr algn="ctr"/>
            <a:r>
              <a:rPr sz="1600" b="1">
                <a:solidFill>
                  <a:schemeClr val="tx1"/>
                </a:solidFill>
              </a:rPr>
              <a:t>Mar 2027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90007" y="3840480"/>
            <a:ext cx="2011680" cy="73152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/>
            <a:r>
              <a:rPr sz="1400">
                <a:solidFill>
                  <a:schemeClr val="tx1"/>
                </a:solidFill>
              </a:rPr>
              <a:t>Pilot live</a:t>
            </a:r>
          </a:p>
        </p:txBody>
      </p:sp>
      <p:sp>
        <p:nvSpPr>
          <p:cNvPr id="13" name="Oval 12"/>
          <p:cNvSpPr/>
          <p:nvPr/>
        </p:nvSpPr>
        <p:spPr>
          <a:xfrm>
            <a:off x="8485403" y="3456432"/>
            <a:ext cx="219456" cy="219456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89291" y="2606039"/>
            <a:ext cx="2011680" cy="640080"/>
          </a:xfrm>
          <a:prstGeom prst="rect">
            <a:avLst/>
          </a:prstGeom>
          <a:noFill/>
        </p:spPr>
        <p:txBody>
          <a:bodyPr wrap="square" anchor="b" lIns="73152" rIns="73152">
            <a:spAutoFit/>
          </a:bodyPr>
          <a:lstStyle/>
          <a:p>
            <a:pPr algn="ctr"/>
            <a:r>
              <a:rPr sz="1600" b="1">
                <a:solidFill>
                  <a:schemeClr val="tx1"/>
                </a:solidFill>
              </a:rPr>
              <a:t>Jun 2027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291" y="3840480"/>
            <a:ext cx="2011680" cy="73152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/>
            <a:r>
              <a:rPr sz="1400">
                <a:solidFill>
                  <a:schemeClr val="tx1"/>
                </a:solidFill>
              </a:rPr>
              <a:t>Full rollout</a:t>
            </a:r>
          </a:p>
        </p:txBody>
      </p:sp>
      <p:sp>
        <p:nvSpPr>
          <p:cNvPr id="16" name="Oval 15"/>
          <p:cNvSpPr/>
          <p:nvPr/>
        </p:nvSpPr>
        <p:spPr>
          <a:xfrm>
            <a:off x="10984687" y="3456432"/>
            <a:ext cx="219456" cy="219456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88575" y="2606039"/>
            <a:ext cx="2011680" cy="640080"/>
          </a:xfrm>
          <a:prstGeom prst="rect">
            <a:avLst/>
          </a:prstGeom>
          <a:noFill/>
        </p:spPr>
        <p:txBody>
          <a:bodyPr wrap="square" anchor="b" lIns="73152" rIns="73152">
            <a:spAutoFit/>
          </a:bodyPr>
          <a:lstStyle/>
          <a:p>
            <a:pPr algn="ctr"/>
            <a:r>
              <a:rPr sz="1600" b="1">
                <a:solidFill>
                  <a:schemeClr val="tx1"/>
                </a:solidFill>
              </a:rPr>
              <a:t>Sep 2027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88575" y="3840480"/>
            <a:ext cx="2011680" cy="73152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/>
            <a:r>
              <a:rPr sz="1400">
                <a:solidFill>
                  <a:schemeClr val="tx1"/>
                </a:solidFill>
              </a:rPr>
              <a:t>Review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Product roadmap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Now</a:t>
            </a:r>
          </a:p>
          <a:p>
            <a:pPr lvl="1"/>
            <a:r>
              <a:t>Single sign-on</a:t>
            </a:r>
          </a:p>
          <a:p>
            <a:pPr lvl="1"/>
            <a:r>
              <a:t>Mobile approvals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/>
          </p:nvPr>
        </p:nvSpPr>
        <p:spPr/>
        <p:txBody>
          <a:bodyPr/>
          <a:lstStyle/>
          <a:p>
            <a:pPr/>
            <a:r>
              <a:t>Next</a:t>
            </a:r>
          </a:p>
          <a:p>
            <a:pPr lvl="1"/>
            <a:r>
              <a:t>Supplier portal</a:t>
            </a:r>
          </a:p>
          <a:p>
            <a:pPr lvl="1"/>
            <a:r>
              <a:t>Spend analytics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3"/>
          </p:nvPr>
        </p:nvSpPr>
        <p:spPr/>
        <p:txBody>
          <a:bodyPr/>
          <a:lstStyle/>
          <a:p>
            <a:pPr/>
            <a:r>
              <a:t>Later</a:t>
            </a:r>
          </a:p>
          <a:p>
            <a:pPr lvl="1"/>
            <a:r>
              <a:t>Forecasting</a:t>
            </a:r>
          </a:p>
          <a:p>
            <a:pPr lvl="1"/>
            <a:r>
              <a:t>Partner integrations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Order process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2743200"/>
            <a:ext cx="1783080" cy="1371600"/>
          </a:xfrm>
          <a:prstGeom prst="rect">
            <a:avLst/>
          </a:prstGeom>
          <a:noFill/>
          <a:ln w="15875">
            <a:solidFill>
              <a:schemeClr val="accent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chemeClr val="tx1"/>
                </a:solidFill>
              </a:rPr>
              <a:t>1  Order</a:t>
            </a:r>
          </a:p>
          <a:p>
            <a:pPr algn="ctr"/>
            <a:r>
              <a:rPr sz="1200">
                <a:solidFill>
                  <a:schemeClr val="tx1"/>
                </a:solidFill>
              </a:rPr>
              <a:t>Customer submits</a:t>
            </a:r>
          </a:p>
        </p:txBody>
      </p:sp>
      <p:sp>
        <p:nvSpPr>
          <p:cNvPr id="4" name="Rectangle 3"/>
          <p:cNvSpPr/>
          <p:nvPr/>
        </p:nvSpPr>
        <p:spPr>
          <a:xfrm>
            <a:off x="2876473" y="2743200"/>
            <a:ext cx="1783080" cy="1371600"/>
          </a:xfrm>
          <a:prstGeom prst="rect">
            <a:avLst/>
          </a:prstGeom>
          <a:noFill/>
          <a:ln w="15875">
            <a:solidFill>
              <a:schemeClr val="accent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chemeClr val="tx1"/>
                </a:solidFill>
              </a:rPr>
              <a:t>2  Check</a:t>
            </a:r>
          </a:p>
          <a:p>
            <a:pPr algn="ctr"/>
            <a:r>
              <a:rPr sz="1200">
                <a:solidFill>
                  <a:schemeClr val="tx1"/>
                </a:solidFill>
              </a:rPr>
              <a:t>Credit and stock</a:t>
            </a:r>
          </a:p>
        </p:txBody>
      </p:sp>
      <p:sp>
        <p:nvSpPr>
          <p:cNvPr id="5" name="Rectangle 4"/>
          <p:cNvSpPr/>
          <p:nvPr/>
        </p:nvSpPr>
        <p:spPr>
          <a:xfrm>
            <a:off x="5204307" y="2743200"/>
            <a:ext cx="1783080" cy="1371600"/>
          </a:xfrm>
          <a:prstGeom prst="rect">
            <a:avLst/>
          </a:prstGeom>
          <a:noFill/>
          <a:ln w="15875">
            <a:solidFill>
              <a:schemeClr val="accent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chemeClr val="tx1"/>
                </a:solidFill>
              </a:rPr>
              <a:t>3  Pick</a:t>
            </a:r>
          </a:p>
          <a:p>
            <a:pPr algn="ctr"/>
            <a:r>
              <a:rPr sz="1200">
                <a:solidFill>
                  <a:schemeClr val="tx1"/>
                </a:solidFill>
              </a:rPr>
              <a:t>Warehouse</a:t>
            </a:r>
          </a:p>
        </p:txBody>
      </p:sp>
      <p:sp>
        <p:nvSpPr>
          <p:cNvPr id="6" name="Rectangle 5"/>
          <p:cNvSpPr/>
          <p:nvPr/>
        </p:nvSpPr>
        <p:spPr>
          <a:xfrm>
            <a:off x="7532141" y="2743200"/>
            <a:ext cx="1783080" cy="1371600"/>
          </a:xfrm>
          <a:prstGeom prst="rect">
            <a:avLst/>
          </a:prstGeom>
          <a:noFill/>
          <a:ln w="15875">
            <a:solidFill>
              <a:schemeClr val="accent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chemeClr val="tx1"/>
                </a:solidFill>
              </a:rPr>
              <a:t>4  Ship</a:t>
            </a:r>
          </a:p>
          <a:p>
            <a:pPr algn="ctr"/>
            <a:r>
              <a:rPr sz="1200">
                <a:solidFill>
                  <a:schemeClr val="tx1"/>
                </a:solidFill>
              </a:rPr>
              <a:t>Carrier collects</a:t>
            </a:r>
          </a:p>
        </p:txBody>
      </p:sp>
      <p:sp>
        <p:nvSpPr>
          <p:cNvPr id="7" name="Rectangle 6"/>
          <p:cNvSpPr/>
          <p:nvPr/>
        </p:nvSpPr>
        <p:spPr>
          <a:xfrm>
            <a:off x="9859975" y="2743200"/>
            <a:ext cx="1783080" cy="1371600"/>
          </a:xfrm>
          <a:prstGeom prst="rect">
            <a:avLst/>
          </a:prstGeom>
          <a:noFill/>
          <a:ln w="15875">
            <a:solidFill>
              <a:schemeClr val="accent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chemeClr val="tx1"/>
                </a:solidFill>
              </a:rPr>
              <a:t>5  Invoice</a:t>
            </a:r>
          </a:p>
          <a:p>
            <a:pPr algn="ctr"/>
            <a:r>
              <a:rPr sz="1200">
                <a:solidFill>
                  <a:schemeClr val="tx1"/>
                </a:solidFill>
              </a:rPr>
              <a:t>Finance bills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404872" y="3429000"/>
            <a:ext cx="398448" cy="0"/>
          </a:xfrm>
          <a:prstGeom prst="line">
            <a:avLst/>
          </a:prstGeom>
          <a:ln w="15875">
            <a:solidFill>
              <a:schemeClr val="tx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732704" y="3429000"/>
            <a:ext cx="398451" cy="0"/>
          </a:xfrm>
          <a:prstGeom prst="line">
            <a:avLst/>
          </a:prstGeom>
          <a:ln w="15875">
            <a:solidFill>
              <a:schemeClr val="tx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060538" y="3429000"/>
            <a:ext cx="398451" cy="0"/>
          </a:xfrm>
          <a:prstGeom prst="line">
            <a:avLst/>
          </a:prstGeom>
          <a:ln w="15875">
            <a:solidFill>
              <a:schemeClr val="tx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9388373" y="3429000"/>
            <a:ext cx="398450" cy="0"/>
          </a:xfrm>
          <a:prstGeom prst="line">
            <a:avLst/>
          </a:prstGeom>
          <a:ln w="15875">
            <a:solidFill>
              <a:schemeClr val="tx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 request process</a:t>
            </a:r>
          </a:p>
        </p:txBody>
      </p:sp>
      <p:sp>
        <p:nvSpPr>
          <p:cNvPr id="3" name="Rectangle 2"/>
          <p:cNvSpPr/>
          <p:nvPr/>
        </p:nvSpPr>
        <p:spPr>
          <a:xfrm>
            <a:off x="3108960" y="1417320"/>
            <a:ext cx="5943600" cy="777240"/>
          </a:xfrm>
          <a:prstGeom prst="rect">
            <a:avLst/>
          </a:prstGeom>
          <a:noFill/>
          <a:ln w="15875">
            <a:solidFill>
              <a:schemeClr val="accent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chemeClr val="tx1"/>
                </a:solidFill>
              </a:rPr>
              <a:t>1  Request</a:t>
            </a:r>
          </a:p>
          <a:p>
            <a:pPr algn="ctr"/>
            <a:r>
              <a:rPr sz="1200">
                <a:solidFill>
                  <a:schemeClr val="tx1"/>
                </a:solidFill>
              </a:rPr>
              <a:t>Submitted through the portal</a:t>
            </a:r>
          </a:p>
        </p:txBody>
      </p:sp>
      <p:sp>
        <p:nvSpPr>
          <p:cNvPr id="4" name="Rectangle 3"/>
          <p:cNvSpPr/>
          <p:nvPr/>
        </p:nvSpPr>
        <p:spPr>
          <a:xfrm>
            <a:off x="3108960" y="2712720"/>
            <a:ext cx="5943600" cy="777240"/>
          </a:xfrm>
          <a:prstGeom prst="rect">
            <a:avLst/>
          </a:prstGeom>
          <a:noFill/>
          <a:ln w="15875">
            <a:solidFill>
              <a:schemeClr val="accent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chemeClr val="tx1"/>
                </a:solidFill>
              </a:rPr>
              <a:t>2  Review</a:t>
            </a:r>
          </a:p>
          <a:p>
            <a:pPr algn="ctr"/>
            <a:r>
              <a:rPr sz="1200">
                <a:solidFill>
                  <a:schemeClr val="tx1"/>
                </a:solidFill>
              </a:rPr>
              <a:t>Data owner checks purpose</a:t>
            </a:r>
          </a:p>
        </p:txBody>
      </p:sp>
      <p:sp>
        <p:nvSpPr>
          <p:cNvPr id="5" name="Rectangle 4"/>
          <p:cNvSpPr/>
          <p:nvPr/>
        </p:nvSpPr>
        <p:spPr>
          <a:xfrm>
            <a:off x="3108960" y="4008120"/>
            <a:ext cx="5943600" cy="777240"/>
          </a:xfrm>
          <a:prstGeom prst="rect">
            <a:avLst/>
          </a:prstGeom>
          <a:noFill/>
          <a:ln w="15875">
            <a:solidFill>
              <a:schemeClr val="accent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chemeClr val="tx1"/>
                </a:solidFill>
              </a:rPr>
              <a:t>3  Approve</a:t>
            </a:r>
          </a:p>
          <a:p>
            <a:pPr algn="ctr"/>
            <a:r>
              <a:rPr sz="1200">
                <a:solidFill>
                  <a:schemeClr val="tx1"/>
                </a:solidFill>
              </a:rPr>
              <a:t>Governance board signs off</a:t>
            </a:r>
          </a:p>
        </p:txBody>
      </p:sp>
      <p:sp>
        <p:nvSpPr>
          <p:cNvPr id="6" name="Rectangle 5"/>
          <p:cNvSpPr/>
          <p:nvPr/>
        </p:nvSpPr>
        <p:spPr>
          <a:xfrm>
            <a:off x="3108960" y="5303520"/>
            <a:ext cx="5943600" cy="777240"/>
          </a:xfrm>
          <a:prstGeom prst="rect">
            <a:avLst/>
          </a:prstGeom>
          <a:noFill/>
          <a:ln w="15875">
            <a:solidFill>
              <a:schemeClr val="accent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chemeClr val="tx1"/>
                </a:solidFill>
              </a:rPr>
              <a:t>4  Deliver</a:t>
            </a:r>
          </a:p>
          <a:p>
            <a:pPr algn="ctr"/>
            <a:r>
              <a:rPr sz="1200">
                <a:solidFill>
                  <a:schemeClr val="tx1"/>
                </a:solidFill>
              </a:rPr>
              <a:t>Extract shared within five days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080760" y="2267712"/>
            <a:ext cx="0" cy="371856"/>
          </a:xfrm>
          <a:prstGeom prst="line">
            <a:avLst/>
          </a:prstGeom>
          <a:ln w="15875">
            <a:solidFill>
              <a:schemeClr val="tx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080760" y="3563112"/>
            <a:ext cx="0" cy="371856"/>
          </a:xfrm>
          <a:prstGeom prst="line">
            <a:avLst/>
          </a:prstGeom>
          <a:ln w="15875">
            <a:solidFill>
              <a:schemeClr val="tx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080760" y="4858512"/>
            <a:ext cx="0" cy="371856"/>
          </a:xfrm>
          <a:prstGeom prst="line">
            <a:avLst/>
          </a:prstGeom>
          <a:ln w="15875">
            <a:solidFill>
              <a:schemeClr val="tx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Delivery phases</a:t>
            </a:r>
          </a:p>
        </p:txBody>
      </p:sp>
      <p:sp>
        <p:nvSpPr>
          <p:cNvPr id="3" name="Pentagon 2"/>
          <p:cNvSpPr/>
          <p:nvPr/>
        </p:nvSpPr>
        <p:spPr>
          <a:xfrm>
            <a:off x="486003" y="2377440"/>
            <a:ext cx="2331720" cy="914400"/>
          </a:xfrm>
          <a:prstGeom prst="homePlat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chemeClr val="bg1"/>
                </a:solidFill>
              </a:rPr>
              <a:t>Discover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3163" y="3474720"/>
            <a:ext cx="1920239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/>
            <a:r>
              <a:rPr sz="1400">
                <a:solidFill>
                  <a:schemeClr val="tx1"/>
                </a:solidFill>
              </a:rPr>
              <a:t>Interviews and data review</a:t>
            </a:r>
          </a:p>
        </p:txBody>
      </p:sp>
      <p:sp>
        <p:nvSpPr>
          <p:cNvPr id="5" name="Chevron 4"/>
          <p:cNvSpPr/>
          <p:nvPr/>
        </p:nvSpPr>
        <p:spPr>
          <a:xfrm>
            <a:off x="2707995" y="2377440"/>
            <a:ext cx="2331720" cy="914400"/>
          </a:xfrm>
          <a:prstGeom prst="chevron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chemeClr val="bg1"/>
                </a:solidFill>
              </a:rPr>
              <a:t>Design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45155" y="3474720"/>
            <a:ext cx="1920239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/>
            <a:r>
              <a:rPr sz="1400">
                <a:solidFill>
                  <a:schemeClr val="tx1"/>
                </a:solidFill>
              </a:rPr>
              <a:t>Target process agreed</a:t>
            </a:r>
          </a:p>
        </p:txBody>
      </p:sp>
      <p:sp>
        <p:nvSpPr>
          <p:cNvPr id="7" name="Chevron 6"/>
          <p:cNvSpPr/>
          <p:nvPr/>
        </p:nvSpPr>
        <p:spPr>
          <a:xfrm>
            <a:off x="4929987" y="2377440"/>
            <a:ext cx="2331720" cy="914400"/>
          </a:xfrm>
          <a:prstGeom prst="chevron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chemeClr val="bg1"/>
                </a:solidFill>
              </a:rPr>
              <a:t>Build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67147" y="3474720"/>
            <a:ext cx="1920239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/>
            <a:r>
              <a:rPr sz="1400">
                <a:solidFill>
                  <a:schemeClr val="tx1"/>
                </a:solidFill>
              </a:rPr>
              <a:t>Configuration complete</a:t>
            </a:r>
          </a:p>
        </p:txBody>
      </p:sp>
      <p:sp>
        <p:nvSpPr>
          <p:cNvPr id="9" name="Chevron 8"/>
          <p:cNvSpPr/>
          <p:nvPr/>
        </p:nvSpPr>
        <p:spPr>
          <a:xfrm>
            <a:off x="7151979" y="2377440"/>
            <a:ext cx="2331720" cy="914400"/>
          </a:xfrm>
          <a:prstGeom prst="chevron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chemeClr val="bg1"/>
                </a:solidFill>
              </a:rPr>
              <a:t>Test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89139" y="3474720"/>
            <a:ext cx="1920239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/>
            <a:r>
              <a:rPr sz="1400">
                <a:solidFill>
                  <a:schemeClr val="tx1"/>
                </a:solidFill>
              </a:rPr>
              <a:t>User acceptance</a:t>
            </a:r>
          </a:p>
        </p:txBody>
      </p:sp>
      <p:sp>
        <p:nvSpPr>
          <p:cNvPr id="11" name="Chevron 10"/>
          <p:cNvSpPr/>
          <p:nvPr/>
        </p:nvSpPr>
        <p:spPr>
          <a:xfrm>
            <a:off x="9373971" y="2377440"/>
            <a:ext cx="2331720" cy="914400"/>
          </a:xfrm>
          <a:prstGeom prst="chevron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chemeClr val="bg1"/>
                </a:solidFill>
              </a:rPr>
              <a:t>Launch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11131" y="3474720"/>
            <a:ext cx="1920239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/>
            <a:r>
              <a:rPr sz="1400">
                <a:solidFill>
                  <a:schemeClr val="tx1"/>
                </a:solidFill>
              </a:rPr>
              <a:t>Go live and support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Continuous improvement cycle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998567" y="1531619"/>
            <a:ext cx="2194560" cy="868680"/>
          </a:xfrm>
          <a:prstGeom prst="roundRect">
            <a:avLst/>
          </a:prstGeom>
          <a:noFill/>
          <a:ln w="15875">
            <a:solidFill>
              <a:schemeClr val="accent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chemeClr val="tx1"/>
                </a:solidFill>
              </a:rPr>
              <a:t>Plan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129293" y="2763697"/>
            <a:ext cx="2194560" cy="868680"/>
          </a:xfrm>
          <a:prstGeom prst="roundRect">
            <a:avLst/>
          </a:prstGeom>
          <a:noFill/>
          <a:ln w="15875">
            <a:solidFill>
              <a:schemeClr val="accent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chemeClr val="tx1"/>
                </a:solidFill>
              </a:rPr>
              <a:t>Do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933462" y="4757242"/>
            <a:ext cx="2194560" cy="868680"/>
          </a:xfrm>
          <a:prstGeom prst="roundRect">
            <a:avLst/>
          </a:prstGeom>
          <a:noFill/>
          <a:ln w="15875">
            <a:solidFill>
              <a:schemeClr val="accent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chemeClr val="tx1"/>
                </a:solidFill>
              </a:rPr>
              <a:t>Check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063672" y="4757242"/>
            <a:ext cx="2194560" cy="868680"/>
          </a:xfrm>
          <a:prstGeom prst="roundRect">
            <a:avLst/>
          </a:prstGeom>
          <a:noFill/>
          <a:ln w="15875">
            <a:solidFill>
              <a:schemeClr val="accent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chemeClr val="tx1"/>
                </a:solidFill>
              </a:rPr>
              <a:t>Act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867841" y="2763697"/>
            <a:ext cx="2194560" cy="868680"/>
          </a:xfrm>
          <a:prstGeom prst="roundRect">
            <a:avLst/>
          </a:prstGeom>
          <a:noFill/>
          <a:ln w="15875">
            <a:solidFill>
              <a:schemeClr val="accent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chemeClr val="tx1"/>
                </a:solidFill>
              </a:rPr>
              <a:t>Standardise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261197" y="2424575"/>
            <a:ext cx="800025" cy="314845"/>
          </a:xfrm>
          <a:prstGeom prst="line">
            <a:avLst/>
          </a:prstGeom>
          <a:ln w="15875">
            <a:solidFill>
              <a:schemeClr val="tx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H="1">
            <a:off x="8328911" y="3695108"/>
            <a:ext cx="599492" cy="999402"/>
          </a:xfrm>
          <a:prstGeom prst="line">
            <a:avLst/>
          </a:prstGeom>
          <a:ln w="15875">
            <a:solidFill>
              <a:schemeClr val="tx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5331384" y="5191582"/>
            <a:ext cx="1528925" cy="0"/>
          </a:xfrm>
          <a:prstGeom prst="line">
            <a:avLst/>
          </a:prstGeom>
          <a:ln w="15875">
            <a:solidFill>
              <a:schemeClr val="tx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 flipV="1">
            <a:off x="3263290" y="3695108"/>
            <a:ext cx="599492" cy="999402"/>
          </a:xfrm>
          <a:prstGeom prst="line">
            <a:avLst/>
          </a:prstGeom>
          <a:ln w="15875">
            <a:solidFill>
              <a:schemeClr val="tx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4130471" y="2424575"/>
            <a:ext cx="800025" cy="314845"/>
          </a:xfrm>
          <a:prstGeom prst="line">
            <a:avLst/>
          </a:prstGeom>
          <a:ln w="15875">
            <a:solidFill>
              <a:schemeClr val="tx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Recruitment funnel</a:t>
            </a:r>
          </a:p>
        </p:txBody>
      </p:sp>
      <p:sp>
        <p:nvSpPr>
          <p:cNvPr id="3" name="Rectangle 2"/>
          <p:cNvSpPr/>
          <p:nvPr/>
        </p:nvSpPr>
        <p:spPr>
          <a:xfrm>
            <a:off x="1523847" y="1600200"/>
            <a:ext cx="9144000" cy="96012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chemeClr val="bg1"/>
                </a:solidFill>
              </a:rPr>
              <a:t>Applications: 1,200</a:t>
            </a:r>
          </a:p>
        </p:txBody>
      </p:sp>
      <p:sp>
        <p:nvSpPr>
          <p:cNvPr id="4" name="Rectangle 3"/>
          <p:cNvSpPr/>
          <p:nvPr/>
        </p:nvSpPr>
        <p:spPr>
          <a:xfrm>
            <a:off x="2438247" y="2743200"/>
            <a:ext cx="7315200" cy="960120"/>
          </a:xfrm>
          <a:prstGeom prst="rect">
            <a:avLst/>
          </a:prstGeom>
          <a:solidFill>
            <a:schemeClr val="accent1">
              <a:lumMod val="80000"/>
              <a:lumOff val="2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chemeClr val="bg1"/>
                </a:solidFill>
              </a:rPr>
              <a:t>Screened: 480</a:t>
            </a:r>
          </a:p>
        </p:txBody>
      </p:sp>
      <p:sp>
        <p:nvSpPr>
          <p:cNvPr id="5" name="Rectangle 4"/>
          <p:cNvSpPr/>
          <p:nvPr/>
        </p:nvSpPr>
        <p:spPr>
          <a:xfrm>
            <a:off x="3352647" y="3886200"/>
            <a:ext cx="5486400" cy="96012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chemeClr val="bg1"/>
                </a:solidFill>
              </a:rPr>
              <a:t>Interviewed: 150</a:t>
            </a:r>
          </a:p>
        </p:txBody>
      </p:sp>
      <p:sp>
        <p:nvSpPr>
          <p:cNvPr id="6" name="Rectangle 5"/>
          <p:cNvSpPr/>
          <p:nvPr/>
        </p:nvSpPr>
        <p:spPr>
          <a:xfrm>
            <a:off x="4267047" y="5029200"/>
            <a:ext cx="3657600" cy="96012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chemeClr val="tx1"/>
                </a:solidFill>
              </a:rPr>
              <a:t>Offers: 40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Service request handling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417320"/>
            <a:ext cx="11094415" cy="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417320"/>
            <a:ext cx="1554480" cy="155448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1400" b="1">
                <a:solidFill>
                  <a:schemeClr val="tx1"/>
                </a:solidFill>
              </a:rPr>
              <a:t>Customer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2971800"/>
            <a:ext cx="11094415" cy="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2971800"/>
            <a:ext cx="1554480" cy="155448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1400" b="1">
                <a:solidFill>
                  <a:schemeClr val="tx1"/>
                </a:solidFill>
              </a:rPr>
              <a:t>Service desk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4526280"/>
            <a:ext cx="11094415" cy="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4526280"/>
            <a:ext cx="1554480" cy="155448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1400" b="1">
                <a:solidFill>
                  <a:schemeClr val="tx1"/>
                </a:solidFill>
              </a:rPr>
              <a:t>Engineering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6080760"/>
            <a:ext cx="11094415" cy="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2286000" y="1828800"/>
            <a:ext cx="1600200" cy="731520"/>
          </a:xfrm>
          <a:prstGeom prst="rect">
            <a:avLst/>
          </a:prstGeom>
          <a:noFill/>
          <a:ln w="15875">
            <a:solidFill>
              <a:schemeClr val="accent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>
                <a:solidFill>
                  <a:schemeClr val="tx1"/>
                </a:solidFill>
              </a:rPr>
              <a:t>Raise request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25213" y="3383280"/>
            <a:ext cx="1600200" cy="731520"/>
          </a:xfrm>
          <a:prstGeom prst="rect">
            <a:avLst/>
          </a:prstGeom>
          <a:noFill/>
          <a:ln w="15875">
            <a:solidFill>
              <a:schemeClr val="accent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>
                <a:solidFill>
                  <a:schemeClr val="tx1"/>
                </a:solidFill>
              </a:rPr>
              <a:t>Triage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64427" y="4937760"/>
            <a:ext cx="1600200" cy="731520"/>
          </a:xfrm>
          <a:prstGeom prst="rect">
            <a:avLst/>
          </a:prstGeom>
          <a:noFill/>
          <a:ln w="15875">
            <a:solidFill>
              <a:schemeClr val="accent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>
                <a:solidFill>
                  <a:schemeClr val="tx1"/>
                </a:solidFill>
              </a:rPr>
              <a:t>Fix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03641" y="3383280"/>
            <a:ext cx="1600200" cy="731520"/>
          </a:xfrm>
          <a:prstGeom prst="rect">
            <a:avLst/>
          </a:prstGeom>
          <a:noFill/>
          <a:ln w="15875">
            <a:solidFill>
              <a:schemeClr val="accent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>
                <a:solidFill>
                  <a:schemeClr val="tx1"/>
                </a:solidFill>
              </a:rPr>
              <a:t>Confirm fix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042855" y="1828800"/>
            <a:ext cx="1600200" cy="731520"/>
          </a:xfrm>
          <a:prstGeom prst="rect">
            <a:avLst/>
          </a:prstGeom>
          <a:noFill/>
          <a:ln w="15875">
            <a:solidFill>
              <a:schemeClr val="accent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>
                <a:solidFill>
                  <a:schemeClr val="tx1"/>
                </a:solidFill>
              </a:rPr>
              <a:t>Close request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599462" y="2606073"/>
            <a:ext cx="912488" cy="731453"/>
          </a:xfrm>
          <a:prstGeom prst="line">
            <a:avLst/>
          </a:prstGeom>
          <a:ln w="15875">
            <a:solidFill>
              <a:schemeClr val="tx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5538676" y="4160553"/>
            <a:ext cx="912487" cy="731453"/>
          </a:xfrm>
          <a:prstGeom prst="line">
            <a:avLst/>
          </a:prstGeom>
          <a:ln w="15875">
            <a:solidFill>
              <a:schemeClr val="tx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7477890" y="4160553"/>
            <a:ext cx="912487" cy="731453"/>
          </a:xfrm>
          <a:prstGeom prst="line">
            <a:avLst/>
          </a:prstGeom>
          <a:ln w="15875">
            <a:solidFill>
              <a:schemeClr val="tx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9417104" y="2606073"/>
            <a:ext cx="912487" cy="731453"/>
          </a:xfrm>
          <a:prstGeom prst="line">
            <a:avLst/>
          </a:prstGeom>
          <a:ln w="15875">
            <a:solidFill>
              <a:schemeClr val="tx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Content approval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2834640"/>
            <a:ext cx="1920240" cy="914400"/>
          </a:xfrm>
          <a:prstGeom prst="roundRect">
            <a:avLst/>
          </a:prstGeom>
          <a:noFill/>
          <a:ln w="15875">
            <a:solidFill>
              <a:schemeClr val="accent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chemeClr val="tx1"/>
                </a:solidFill>
              </a:rPr>
              <a:t>Draft</a:t>
            </a:r>
          </a:p>
        </p:txBody>
      </p:sp>
      <p:sp>
        <p:nvSpPr>
          <p:cNvPr id="4" name="Rectangle 3"/>
          <p:cNvSpPr/>
          <p:nvPr/>
        </p:nvSpPr>
        <p:spPr>
          <a:xfrm>
            <a:off x="3108960" y="2834640"/>
            <a:ext cx="1920240" cy="914400"/>
          </a:xfrm>
          <a:prstGeom prst="rect">
            <a:avLst/>
          </a:prstGeom>
          <a:noFill/>
          <a:ln w="15875">
            <a:solidFill>
              <a:schemeClr val="accent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chemeClr val="tx1"/>
                </a:solidFill>
              </a:rPr>
              <a:t>Review</a:t>
            </a:r>
          </a:p>
        </p:txBody>
      </p:sp>
      <p:sp>
        <p:nvSpPr>
          <p:cNvPr id="5" name="Diamond 4"/>
          <p:cNvSpPr/>
          <p:nvPr/>
        </p:nvSpPr>
        <p:spPr>
          <a:xfrm>
            <a:off x="5486400" y="2468880"/>
            <a:ext cx="2560320" cy="1645920"/>
          </a:xfrm>
          <a:prstGeom prst="diamond">
            <a:avLst/>
          </a:prstGeom>
          <a:noFill/>
          <a:ln w="15875">
            <a:solidFill>
              <a:schemeClr val="accent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chemeClr val="tx1"/>
                </a:solidFill>
              </a:rPr>
              <a:t>Approved?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418320" y="2834640"/>
            <a:ext cx="1920240" cy="914400"/>
          </a:xfrm>
          <a:prstGeom prst="roundRect">
            <a:avLst/>
          </a:prstGeom>
          <a:noFill/>
          <a:ln w="15875">
            <a:solidFill>
              <a:schemeClr val="accent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chemeClr val="tx1"/>
                </a:solidFill>
              </a:rPr>
              <a:t>Publish</a:t>
            </a:r>
          </a:p>
        </p:txBody>
      </p:sp>
      <p:sp>
        <p:nvSpPr>
          <p:cNvPr id="7" name="Rectangle 6"/>
          <p:cNvSpPr/>
          <p:nvPr/>
        </p:nvSpPr>
        <p:spPr>
          <a:xfrm>
            <a:off x="5806440" y="4892040"/>
            <a:ext cx="1920240" cy="914400"/>
          </a:xfrm>
          <a:prstGeom prst="rect">
            <a:avLst/>
          </a:prstGeom>
          <a:noFill/>
          <a:ln w="15875">
            <a:solidFill>
              <a:schemeClr val="accent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chemeClr val="tx1"/>
                </a:solidFill>
              </a:rPr>
              <a:t>Revise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42032" y="3291840"/>
            <a:ext cx="493776" cy="0"/>
          </a:xfrm>
          <a:prstGeom prst="line">
            <a:avLst/>
          </a:prstGeom>
          <a:ln w="15875">
            <a:solidFill>
              <a:schemeClr val="tx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102352" y="3291840"/>
            <a:ext cx="310896" cy="0"/>
          </a:xfrm>
          <a:prstGeom prst="line">
            <a:avLst/>
          </a:prstGeom>
          <a:ln w="15875">
            <a:solidFill>
              <a:schemeClr val="tx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119872" y="3291840"/>
            <a:ext cx="1225295" cy="0"/>
          </a:xfrm>
          <a:prstGeom prst="line">
            <a:avLst/>
          </a:prstGeom>
          <a:ln w="15875">
            <a:solidFill>
              <a:schemeClr val="tx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766560" y="4187952"/>
            <a:ext cx="0" cy="630936"/>
          </a:xfrm>
          <a:prstGeom prst="line">
            <a:avLst/>
          </a:prstGeom>
          <a:ln w="15875">
            <a:solidFill>
              <a:schemeClr val="tx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4069080" y="5349240"/>
            <a:ext cx="1664208" cy="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4069080" y="3822191"/>
            <a:ext cx="0" cy="1527049"/>
          </a:xfrm>
          <a:prstGeom prst="line">
            <a:avLst/>
          </a:prstGeom>
          <a:ln w="15875">
            <a:solidFill>
              <a:schemeClr val="tx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138160" y="2788920"/>
            <a:ext cx="1097280" cy="3657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1400">
                <a:solidFill>
                  <a:schemeClr val="tx1"/>
                </a:solidFill>
              </a:rPr>
              <a:t>Yes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2280" y="4206240"/>
            <a:ext cx="731520" cy="3657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1400">
                <a:solidFill>
                  <a:schemeClr val="tx1"/>
                </a:solidFill>
              </a:rPr>
              <a:t>No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Customer journey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ph idx="1"/>
          </p:nvPr>
        </p:nvGraphicFramePr>
        <p:xfrm>
          <a:off x="548640" y="1417320"/>
          <a:ext cx="11094415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9069"/>
                <a:gridCol w="1849069"/>
                <a:gridCol w="1849069"/>
                <a:gridCol w="1849069"/>
                <a:gridCol w="1849069"/>
                <a:gridCol w="1849070"/>
              </a:tblGrid>
              <a:tr h="457200">
                <a:tc>
                  <a:txBody>
                    <a:bodyPr/>
                    <a:lstStyle/>
                    <a:p>
                      <a:r>
                        <a:rPr sz="1200"/>
                        <a:t>Stage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200"/>
                        <a:t>Discover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200"/>
                        <a:t>Evaluate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200"/>
                        <a:t>Buy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200"/>
                        <a:t>Onboard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200"/>
                        <a:t>Renew</a:t>
                      </a:r>
                    </a:p>
                  </a:txBody>
                  <a:tcPr anchor="ctr"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/>
                        <a:t>Customer goal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200"/>
                        <a:t>Understand options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200"/>
                        <a:t>Compare suppliers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200"/>
                        <a:t>Agree terms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200"/>
                        <a:t>Go live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200"/>
                        <a:t>Review value</a:t>
                      </a:r>
                    </a:p>
                  </a:txBody>
                  <a:tcPr anchor="ctr"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/>
                        <a:t>Touchpoint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200"/>
                        <a:t>Website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200"/>
                        <a:t>Sales call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200"/>
                        <a:t>Contract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200"/>
                        <a:t>Training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200"/>
                        <a:t>Account review</a:t>
                      </a:r>
                    </a:p>
                  </a:txBody>
                  <a:tcPr anchor="ctr"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/>
                        <a:t>Owner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200"/>
                        <a:t>Marketing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200"/>
                        <a:t>Sales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200"/>
                        <a:t>Legal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200"/>
                        <a:t>Services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200"/>
                        <a:t>Account team</a:t>
                      </a:r>
                    </a:p>
                  </a:txBody>
                  <a:tcPr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Asset lifecycle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998567" y="1623059"/>
            <a:ext cx="2194560" cy="868680"/>
          </a:xfrm>
          <a:prstGeom prst="roundRect">
            <a:avLst/>
          </a:prstGeom>
          <a:noFill/>
          <a:ln w="15875">
            <a:solidFill>
              <a:schemeClr val="accent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chemeClr val="tx1"/>
                </a:solidFill>
              </a:rPr>
              <a:t>Acquire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016087" y="3314699"/>
            <a:ext cx="2194560" cy="868680"/>
          </a:xfrm>
          <a:prstGeom prst="roundRect">
            <a:avLst/>
          </a:prstGeom>
          <a:noFill/>
          <a:ln w="15875">
            <a:solidFill>
              <a:schemeClr val="accent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chemeClr val="tx1"/>
                </a:solidFill>
              </a:rPr>
              <a:t>Operate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998567" y="5006340"/>
            <a:ext cx="2194560" cy="868680"/>
          </a:xfrm>
          <a:prstGeom prst="roundRect">
            <a:avLst/>
          </a:prstGeom>
          <a:noFill/>
          <a:ln w="15875">
            <a:solidFill>
              <a:schemeClr val="accent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chemeClr val="tx1"/>
                </a:solidFill>
              </a:rPr>
              <a:t>Maintain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981047" y="3314699"/>
            <a:ext cx="2194560" cy="868680"/>
          </a:xfrm>
          <a:prstGeom prst="roundRect">
            <a:avLst/>
          </a:prstGeom>
          <a:noFill/>
          <a:ln w="15875">
            <a:solidFill>
              <a:schemeClr val="accent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chemeClr val="tx1"/>
                </a:solidFill>
              </a:rPr>
              <a:t>Retire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934424" y="2527510"/>
            <a:ext cx="1340365" cy="751417"/>
          </a:xfrm>
          <a:prstGeom prst="line">
            <a:avLst/>
          </a:prstGeom>
          <a:ln w="15875">
            <a:solidFill>
              <a:schemeClr val="tx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>
            <a:off x="6934424" y="4219150"/>
            <a:ext cx="1340365" cy="751418"/>
          </a:xfrm>
          <a:prstGeom prst="line">
            <a:avLst/>
          </a:prstGeom>
          <a:ln w="15875">
            <a:solidFill>
              <a:schemeClr val="tx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H="1" flipV="1">
            <a:off x="3916904" y="4219150"/>
            <a:ext cx="1340365" cy="751418"/>
          </a:xfrm>
          <a:prstGeom prst="line">
            <a:avLst/>
          </a:prstGeom>
          <a:ln w="15875">
            <a:solidFill>
              <a:schemeClr val="tx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3916904" y="2527510"/>
            <a:ext cx="1340365" cy="751417"/>
          </a:xfrm>
          <a:prstGeom prst="line">
            <a:avLst/>
          </a:prstGeom>
          <a:ln w="15875">
            <a:solidFill>
              <a:schemeClr val="tx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Programme organization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724247" y="1417320"/>
            <a:ext cx="2743200" cy="914400"/>
          </a:xfrm>
          <a:prstGeom prst="rect">
            <a:avLst/>
          </a:prstGeom>
          <a:noFill/>
          <a:ln w="15875">
            <a:solidFill>
              <a:schemeClr val="accent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chemeClr val="tx1"/>
                </a:solidFill>
              </a:rPr>
              <a:t>Alex Morgan</a:t>
            </a:r>
          </a:p>
          <a:p>
            <a:pPr algn="ctr"/>
            <a:r>
              <a:rPr sz="1200">
                <a:solidFill>
                  <a:schemeClr val="tx1"/>
                </a:solidFill>
              </a:rPr>
              <a:t>Programme sponsor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3291840"/>
            <a:ext cx="2743200" cy="914400"/>
          </a:xfrm>
          <a:prstGeom prst="rect">
            <a:avLst/>
          </a:prstGeom>
          <a:noFill/>
          <a:ln w="15875">
            <a:solidFill>
              <a:schemeClr val="accent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chemeClr val="tx1"/>
                </a:solidFill>
              </a:rPr>
              <a:t>Taylor Chen</a:t>
            </a:r>
          </a:p>
          <a:p>
            <a:pPr algn="ctr"/>
            <a:r>
              <a:rPr sz="1200">
                <a:solidFill>
                  <a:schemeClr val="tx1"/>
                </a:solidFill>
              </a:rPr>
              <a:t>Operations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724247" y="3291840"/>
            <a:ext cx="2743200" cy="914400"/>
          </a:xfrm>
          <a:prstGeom prst="rect">
            <a:avLst/>
          </a:prstGeom>
          <a:noFill/>
          <a:ln w="15875">
            <a:solidFill>
              <a:schemeClr val="accent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chemeClr val="tx1"/>
                </a:solidFill>
              </a:rPr>
              <a:t>Jordan Singh</a:t>
            </a:r>
          </a:p>
          <a:p>
            <a:pPr algn="ctr"/>
            <a:r>
              <a:rPr sz="1200">
                <a:solidFill>
                  <a:schemeClr val="tx1"/>
                </a:solidFill>
              </a:rPr>
              <a:t>Finance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8899855" y="3291840"/>
            <a:ext cx="2743200" cy="914400"/>
          </a:xfrm>
          <a:prstGeom prst="rect">
            <a:avLst/>
          </a:prstGeom>
          <a:noFill/>
          <a:ln w="15875">
            <a:solidFill>
              <a:schemeClr val="accent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chemeClr val="tx1"/>
                </a:solidFill>
              </a:rPr>
              <a:t>Riley Okafor</a:t>
            </a:r>
          </a:p>
          <a:p>
            <a:pPr algn="ctr"/>
            <a:r>
              <a:rPr sz="1200">
                <a:solidFill>
                  <a:schemeClr val="tx1"/>
                </a:solidFill>
              </a:rPr>
              <a:t>Technology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095847" y="2331720"/>
            <a:ext cx="0" cy="45720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920240" y="2788920"/>
            <a:ext cx="8351215" cy="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920240" y="2788920"/>
            <a:ext cx="0" cy="502919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095847" y="2788920"/>
            <a:ext cx="0" cy="502919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0271455" y="2788920"/>
            <a:ext cx="0" cy="502919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9265615" y="4617720"/>
            <a:ext cx="2377440" cy="640080"/>
          </a:xfrm>
          <a:prstGeom prst="rect">
            <a:avLst/>
          </a:prstGeom>
          <a:noFill/>
          <a:ln w="15875">
            <a:solidFill>
              <a:schemeClr val="accent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1">
                <a:solidFill>
                  <a:schemeClr val="tx1"/>
                </a:solidFill>
              </a:rPr>
              <a:t>Casey Brown</a:t>
            </a:r>
          </a:p>
          <a:p>
            <a:pPr algn="ctr"/>
            <a:r>
              <a:rPr sz="1000">
                <a:solidFill>
                  <a:schemeClr val="tx1"/>
                </a:solidFill>
              </a:rPr>
              <a:t>Change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082735" y="4206240"/>
            <a:ext cx="0" cy="73152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082735" y="4937760"/>
            <a:ext cx="182880" cy="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9265615" y="5394959"/>
            <a:ext cx="2377440" cy="640080"/>
          </a:xfrm>
          <a:prstGeom prst="rect">
            <a:avLst/>
          </a:prstGeom>
          <a:noFill/>
          <a:ln w="15875">
            <a:solidFill>
              <a:schemeClr val="accent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1">
                <a:solidFill>
                  <a:schemeClr val="tx1"/>
                </a:solidFill>
              </a:rPr>
              <a:t>Sam Rivera</a:t>
            </a:r>
          </a:p>
          <a:p>
            <a:pPr algn="ctr"/>
            <a:r>
              <a:rPr sz="1000">
                <a:solidFill>
                  <a:schemeClr val="tx1"/>
                </a:solidFill>
              </a:rPr>
              <a:t>Product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9082735" y="4206240"/>
            <a:ext cx="0" cy="1508759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9082735" y="5714999"/>
            <a:ext cx="182880" cy="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Partner ecosystem</a:t>
            </a:r>
          </a:p>
        </p:txBody>
      </p:sp>
      <p:sp>
        <p:nvSpPr>
          <p:cNvPr id="3" name="Oval 2"/>
          <p:cNvSpPr/>
          <p:nvPr/>
        </p:nvSpPr>
        <p:spPr>
          <a:xfrm>
            <a:off x="4907127" y="3246120"/>
            <a:ext cx="2377440" cy="100584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chemeClr val="bg1"/>
                </a:solidFill>
              </a:rPr>
              <a:t>Our platform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952847" y="1536191"/>
            <a:ext cx="2286000" cy="768096"/>
          </a:xfrm>
          <a:prstGeom prst="roundRect">
            <a:avLst/>
          </a:prstGeom>
          <a:noFill/>
          <a:ln w="15875">
            <a:solidFill>
              <a:schemeClr val="accent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>
                <a:solidFill>
                  <a:schemeClr val="tx1"/>
                </a:solidFill>
              </a:rPr>
              <a:t>Payment providers</a:t>
            </a:r>
          </a:p>
        </p:txBody>
      </p:sp>
      <p:cxnSp>
        <p:nvCxnSpPr>
          <p:cNvPr id="5" name="Connector 4"/>
          <p:cNvCxnSpPr/>
          <p:nvPr/>
        </p:nvCxnSpPr>
        <p:spPr>
          <a:xfrm flipV="1">
            <a:off x="6095847" y="2377439"/>
            <a:ext cx="0" cy="795529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8779289" y="2799861"/>
            <a:ext cx="2286000" cy="768096"/>
          </a:xfrm>
          <a:prstGeom prst="roundRect">
            <a:avLst/>
          </a:prstGeom>
          <a:noFill/>
          <a:ln w="15875">
            <a:solidFill>
              <a:schemeClr val="accent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>
                <a:solidFill>
                  <a:schemeClr val="tx1"/>
                </a:solidFill>
              </a:rPr>
              <a:t>Logistics partners</a:t>
            </a:r>
          </a:p>
        </p:txBody>
      </p:sp>
      <p:cxnSp>
        <p:nvCxnSpPr>
          <p:cNvPr id="7" name="Connector 6"/>
          <p:cNvCxnSpPr/>
          <p:nvPr/>
        </p:nvCxnSpPr>
        <p:spPr>
          <a:xfrm flipV="1">
            <a:off x="7356934" y="3363407"/>
            <a:ext cx="1349987" cy="199381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7317718" y="4844522"/>
            <a:ext cx="2286000" cy="768096"/>
          </a:xfrm>
          <a:prstGeom prst="roundRect">
            <a:avLst/>
          </a:prstGeom>
          <a:noFill/>
          <a:ln w="15875">
            <a:solidFill>
              <a:schemeClr val="accent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>
                <a:solidFill>
                  <a:schemeClr val="tx1"/>
                </a:solidFill>
              </a:rPr>
              <a:t>Resellers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961726" y="4290758"/>
            <a:ext cx="823116" cy="514965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2587975" y="4844522"/>
            <a:ext cx="2286000" cy="768096"/>
          </a:xfrm>
          <a:prstGeom prst="roundRect">
            <a:avLst/>
          </a:prstGeom>
          <a:noFill/>
          <a:ln w="15875">
            <a:solidFill>
              <a:schemeClr val="accent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>
                <a:solidFill>
                  <a:schemeClr val="tx1"/>
                </a:solidFill>
              </a:rPr>
              <a:t>Data suppliers</a:t>
            </a:r>
          </a:p>
        </p:txBody>
      </p:sp>
      <p:cxnSp>
        <p:nvCxnSpPr>
          <p:cNvPr id="11" name="Connector 10"/>
          <p:cNvCxnSpPr/>
          <p:nvPr/>
        </p:nvCxnSpPr>
        <p:spPr>
          <a:xfrm flipH="1">
            <a:off x="4406850" y="4290758"/>
            <a:ext cx="823117" cy="514965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1126404" y="2799861"/>
            <a:ext cx="2286000" cy="768096"/>
          </a:xfrm>
          <a:prstGeom prst="roundRect">
            <a:avLst/>
          </a:prstGeom>
          <a:noFill/>
          <a:ln w="15875">
            <a:solidFill>
              <a:schemeClr val="accent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>
                <a:solidFill>
                  <a:schemeClr val="tx1"/>
                </a:solidFill>
              </a:rPr>
              <a:t>Systems integrators</a:t>
            </a:r>
          </a:p>
        </p:txBody>
      </p:sp>
      <p:cxnSp>
        <p:nvCxnSpPr>
          <p:cNvPr id="13" name="Connector 12"/>
          <p:cNvCxnSpPr/>
          <p:nvPr/>
        </p:nvCxnSpPr>
        <p:spPr>
          <a:xfrm flipH="1" flipV="1">
            <a:off x="3484771" y="3363407"/>
            <a:ext cx="1349988" cy="199381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Planning hierarchy</a:t>
            </a:r>
          </a:p>
        </p:txBody>
      </p:sp>
      <p:sp>
        <p:nvSpPr>
          <p:cNvPr id="3" name="Isosceles Triangle 2"/>
          <p:cNvSpPr/>
          <p:nvPr/>
        </p:nvSpPr>
        <p:spPr>
          <a:xfrm>
            <a:off x="5067147" y="1417320"/>
            <a:ext cx="2057400" cy="1143000"/>
          </a:xfrm>
          <a:prstGeom prst="triangl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73152" rIns="73152"/>
          <a:lstStyle/>
          <a:p>
            <a:pPr algn="ctr"/>
            <a:r>
              <a:rPr sz="1600" b="1">
                <a:solidFill>
                  <a:schemeClr val="bg1"/>
                </a:solidFill>
              </a:rPr>
              <a:t>Vision</a:t>
            </a:r>
          </a:p>
        </p:txBody>
      </p:sp>
      <p:sp>
        <p:nvSpPr>
          <p:cNvPr id="4" name="Trapezoid 3"/>
          <p:cNvSpPr/>
          <p:nvPr/>
        </p:nvSpPr>
        <p:spPr>
          <a:xfrm>
            <a:off x="4038447" y="2560320"/>
            <a:ext cx="4114800" cy="1088136"/>
          </a:xfrm>
          <a:prstGeom prst="trapezoid">
            <a:avLst>
              <a:gd name="adj" fmla="val 94537"/>
            </a:avLst>
          </a:prstGeom>
          <a:solidFill>
            <a:schemeClr val="accent1">
              <a:lumMod val="80000"/>
              <a:lumOff val="2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chemeClr val="bg1"/>
                </a:solidFill>
              </a:rPr>
              <a:t>Strategy</a:t>
            </a:r>
          </a:p>
        </p:txBody>
      </p:sp>
      <p:sp>
        <p:nvSpPr>
          <p:cNvPr id="5" name="Trapezoid 4"/>
          <p:cNvSpPr/>
          <p:nvPr/>
        </p:nvSpPr>
        <p:spPr>
          <a:xfrm>
            <a:off x="3009747" y="3703320"/>
            <a:ext cx="6172200" cy="1088136"/>
          </a:xfrm>
          <a:prstGeom prst="trapezoid">
            <a:avLst>
              <a:gd name="adj" fmla="val 94537"/>
            </a:avLst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chemeClr val="bg1"/>
                </a:solidFill>
              </a:rPr>
              <a:t>Programmes</a:t>
            </a:r>
          </a:p>
        </p:txBody>
      </p:sp>
      <p:sp>
        <p:nvSpPr>
          <p:cNvPr id="6" name="Trapezoid 5"/>
          <p:cNvSpPr/>
          <p:nvPr/>
        </p:nvSpPr>
        <p:spPr>
          <a:xfrm>
            <a:off x="1981047" y="4846320"/>
            <a:ext cx="8229600" cy="1088136"/>
          </a:xfrm>
          <a:prstGeom prst="trapezoid">
            <a:avLst>
              <a:gd name="adj" fmla="val 94537"/>
            </a:avLst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chemeClr val="tx1"/>
                </a:solidFill>
              </a:rPr>
              <a:t>Operations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Initiatives by impact and effort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High impact, low effort</a:t>
            </a:r>
          </a:p>
          <a:p>
            <a:pPr lvl="1"/>
            <a:r>
              <a:t>Automated approvals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/>
          </p:nvPr>
        </p:nvSpPr>
        <p:spPr/>
        <p:txBody>
          <a:bodyPr/>
          <a:lstStyle/>
          <a:p>
            <a:pPr/>
            <a:r>
              <a:t>High impact, high effort</a:t>
            </a:r>
          </a:p>
          <a:p>
            <a:pPr lvl="1"/>
            <a:r>
              <a:t>Platform replacement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3"/>
          </p:nvPr>
        </p:nvSpPr>
        <p:spPr/>
        <p:txBody>
          <a:bodyPr/>
          <a:lstStyle/>
          <a:p>
            <a:pPr/>
            <a:r>
              <a:t>Low impact, low effort</a:t>
            </a:r>
          </a:p>
          <a:p>
            <a:pPr lvl="1"/>
            <a:r>
              <a:t>Template refresh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4"/>
          </p:nvPr>
        </p:nvSpPr>
        <p:spPr/>
        <p:txBody>
          <a:bodyPr/>
          <a:lstStyle/>
          <a:p>
            <a:pPr/>
            <a:r>
              <a:t>Low impact, high effort</a:t>
            </a:r>
          </a:p>
          <a:p>
            <a:pPr lvl="1"/>
            <a:r>
              <a:t>Custom integrations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Open actions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ph idx="1"/>
          </p:nvPr>
        </p:nvGraphicFramePr>
        <p:xfrm>
          <a:off x="548640" y="1417320"/>
          <a:ext cx="11094415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73603"/>
                <a:gridCol w="2773603"/>
                <a:gridCol w="2773603"/>
                <a:gridCol w="2773606"/>
              </a:tblGrid>
              <a:tr h="457200">
                <a:tc>
                  <a:txBody>
                    <a:bodyPr/>
                    <a:lstStyle/>
                    <a:p>
                      <a:r>
                        <a:rPr sz="1400"/>
                        <a:t>Action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400"/>
                        <a:t>Owner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400"/>
                        <a:t>Status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400"/>
                        <a:t>Due</a:t>
                      </a:r>
                    </a:p>
                  </a:txBody>
                  <a:tcPr anchor="ctr"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/>
                        <a:t>Confirm regional scope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400"/>
                        <a:t>Alex Morgan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400"/>
                        <a:t>Open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400"/>
                        <a:t>31 Oct</a:t>
                      </a:r>
                    </a:p>
                  </a:txBody>
                  <a:tcPr anchor="ctr"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/>
                        <a:t>Approve budget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400"/>
                        <a:t>Jordan Singh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400"/>
                        <a:t>In review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400"/>
                        <a:t>7 Nov</a:t>
                      </a:r>
                    </a:p>
                  </a:txBody>
                  <a:tcPr anchor="ctr"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/>
                        <a:t>Publish training plan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400"/>
                        <a:t>Casey Brown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400"/>
                        <a:t>Complete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400"/>
                        <a:t>14 Oct</a:t>
                      </a:r>
                    </a:p>
                  </a:txBody>
                  <a:tcPr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Vendor comparison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ph idx="1"/>
          </p:nvPr>
        </p:nvGraphicFramePr>
        <p:xfrm>
          <a:off x="548640" y="1417320"/>
          <a:ext cx="11094415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73603"/>
                <a:gridCol w="2773603"/>
                <a:gridCol w="2773603"/>
                <a:gridCol w="2773606"/>
              </a:tblGrid>
              <a:tr h="457200">
                <a:tc>
                  <a:txBody>
                    <a:bodyPr/>
                    <a:lstStyle/>
                    <a:p>
                      <a:r>
                        <a:rPr sz="1400"/>
                        <a:t>Criterion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400"/>
                        <a:t>Vendor 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400"/>
                        <a:t>Vendor 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400"/>
                        <a:t>Vendor C</a:t>
                      </a:r>
                    </a:p>
                  </a:txBody>
                  <a:tcPr anchor="ctr"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/>
                        <a:t>Five-year cost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400"/>
                        <a:t>£1.2m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400"/>
                        <a:t>£0.9m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400"/>
                        <a:t>£1.1m</a:t>
                      </a:r>
                    </a:p>
                  </a:txBody>
                  <a:tcPr anchor="ctr"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/>
                        <a:t>Time to deploy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400"/>
                        <a:t>9 months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400"/>
                        <a:t>6 months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400"/>
                        <a:t>8 months</a:t>
                      </a:r>
                    </a:p>
                  </a:txBody>
                  <a:tcPr anchor="ctr"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/>
                        <a:t>Security certification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400"/>
                        <a:t>Yes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400"/>
                        <a:t>Yes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400"/>
                        <a:t>Pending</a:t>
                      </a:r>
                    </a:p>
                  </a:txBody>
                  <a:tcPr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Operating costs (£k)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ph idx="1"/>
          </p:nvPr>
        </p:nvGraphicFramePr>
        <p:xfrm>
          <a:off x="548640" y="1417320"/>
          <a:ext cx="11094415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8883"/>
                <a:gridCol w="2218883"/>
                <a:gridCol w="2218883"/>
                <a:gridCol w="2218883"/>
                <a:gridCol w="2218883"/>
              </a:tblGrid>
              <a:tr h="457200">
                <a:tc>
                  <a:txBody>
                    <a:bodyPr/>
                    <a:lstStyle/>
                    <a:p>
                      <a:r>
                        <a:rPr sz="1400"/>
                        <a:t>Line item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400"/>
                        <a:t>Actual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400"/>
                        <a:t>Budget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400"/>
                        <a:t>Variance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400"/>
                        <a:t>Forecast</a:t>
                      </a:r>
                    </a:p>
                  </a:txBody>
                  <a:tcPr anchor="ctr"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/>
                        <a:t>Staff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400"/>
                        <a:t>1,240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400"/>
                        <a:t>1,200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400"/>
                        <a:t>40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400"/>
                        <a:t>1,260</a:t>
                      </a:r>
                    </a:p>
                  </a:txBody>
                  <a:tcPr anchor="ctr"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/>
                        <a:t>Technology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400"/>
                        <a:t>610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400"/>
                        <a:t>650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400"/>
                        <a:t>-40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400"/>
                        <a:t>640</a:t>
                      </a:r>
                    </a:p>
                  </a:txBody>
                  <a:tcPr anchor="ctr"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/>
                        <a:t>Facilities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400"/>
                        <a:t>320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400"/>
                        <a:t>300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400"/>
                        <a:t>20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400"/>
                        <a:t>330</a:t>
                      </a:r>
                    </a:p>
                  </a:txBody>
                  <a:tcPr anchor="ctr"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/>
                        <a:t>Total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400"/>
                        <a:t>2,170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400"/>
                        <a:t>2,150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400"/>
                        <a:t>20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400"/>
                        <a:t>2,230</a:t>
                      </a:r>
                    </a:p>
                  </a:txBody>
                  <a:tcPr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Project plan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ph idx="1"/>
          </p:nvPr>
        </p:nvGraphicFramePr>
        <p:xfrm>
          <a:off x="548640" y="1417320"/>
          <a:ext cx="11094415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9069"/>
                <a:gridCol w="1849069"/>
                <a:gridCol w="1849069"/>
                <a:gridCol w="1849069"/>
                <a:gridCol w="1849069"/>
                <a:gridCol w="1849070"/>
              </a:tblGrid>
              <a:tr h="457200">
                <a:tc>
                  <a:txBody>
                    <a:bodyPr/>
                    <a:lstStyle/>
                    <a:p>
                      <a:r>
                        <a:rPr sz="1200"/>
                        <a:t>Workstream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200"/>
                        <a:t>Oct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200"/>
                        <a:t>Nov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200"/>
                        <a:t>Dec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200"/>
                        <a:t>Jan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200"/>
                        <a:t>Owner</a:t>
                      </a:r>
                    </a:p>
                  </a:txBody>
                  <a:tcPr anchor="ctr"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/>
                        <a:t>Design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200"/>
                        <a:t>■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200"/>
                        <a:t>■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/>
                  </a:txBody>
                  <a:tcPr anchor="ctr"/>
                </a:tc>
                <a:tc>
                  <a:txBody>
                    <a:bodyPr/>
                    <a:lstStyle/>
                    <a:p/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200"/>
                        <a:t>Taylor Chen</a:t>
                      </a:r>
                    </a:p>
                  </a:txBody>
                  <a:tcPr anchor="ctr"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/>
                        <a:t>Build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/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200"/>
                        <a:t>■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200"/>
                        <a:t>■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/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200"/>
                        <a:t>Riley Okafor</a:t>
                      </a:r>
                    </a:p>
                  </a:txBody>
                  <a:tcPr anchor="ctr"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/>
                        <a:t>Test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/>
                  </a:txBody>
                  <a:tcPr anchor="ctr"/>
                </a:tc>
                <a:tc>
                  <a:txBody>
                    <a:bodyPr/>
                    <a:lstStyle/>
                    <a:p/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200"/>
                        <a:t>■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200"/>
                        <a:t>■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200"/>
                        <a:t>Sam Rivera</a:t>
                      </a:r>
                    </a:p>
                  </a:txBody>
                  <a:tcPr anchor="ctr"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/>
                        <a:t>Launch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/>
                  </a:txBody>
                  <a:tcPr anchor="ctr"/>
                </a:tc>
                <a:tc>
                  <a:txBody>
                    <a:bodyPr/>
                    <a:lstStyle/>
                    <a:p/>
                  </a:txBody>
                  <a:tcPr anchor="ctr"/>
                </a:tc>
                <a:tc>
                  <a:txBody>
                    <a:bodyPr/>
                    <a:lstStyle/>
                    <a:p/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200"/>
                        <a:t>■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200"/>
                        <a:t>Alex Morgan</a:t>
                      </a:r>
                    </a:p>
                  </a:txBody>
                  <a:tcPr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Event schedule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ph idx="1"/>
          </p:nvPr>
        </p:nvGraphicFramePr>
        <p:xfrm>
          <a:off x="548640" y="1417320"/>
          <a:ext cx="11094415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73603"/>
                <a:gridCol w="2773603"/>
                <a:gridCol w="2773603"/>
                <a:gridCol w="2773606"/>
              </a:tblGrid>
              <a:tr h="457200">
                <a:tc>
                  <a:txBody>
                    <a:bodyPr/>
                    <a:lstStyle/>
                    <a:p>
                      <a:r>
                        <a:rPr sz="1400"/>
                        <a:t>Time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400"/>
                        <a:t>Session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400"/>
                        <a:t>Speaker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400"/>
                        <a:t>Room</a:t>
                      </a:r>
                    </a:p>
                  </a:txBody>
                  <a:tcPr anchor="ctr"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/>
                        <a:t>09:00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400"/>
                        <a:t>Welcome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400"/>
                        <a:t>Alex Morgan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400"/>
                        <a:t>Hall A</a:t>
                      </a:r>
                    </a:p>
                  </a:txBody>
                  <a:tcPr anchor="ctr"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/>
                        <a:t>09:30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400"/>
                        <a:t>Market update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400"/>
                        <a:t>Taylor Chen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400"/>
                        <a:t>Hall A</a:t>
                      </a:r>
                    </a:p>
                  </a:txBody>
                  <a:tcPr anchor="ctr"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/>
                        <a:t>11:00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400"/>
                        <a:t>Workshops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400"/>
                        <a:t>Various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400"/>
                        <a:t>Rooms 1 to 4</a:t>
                      </a:r>
                    </a:p>
                  </a:txBody>
                  <a:tcPr anchor="ctr"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/>
                        <a:t>13:00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400"/>
                        <a:t>Lunch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/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400"/>
                        <a:t>Atrium</a:t>
                      </a:r>
                    </a:p>
                  </a:txBody>
                  <a:tcPr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Responsibilities (RACI)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ph idx="1"/>
          </p:nvPr>
        </p:nvGraphicFramePr>
        <p:xfrm>
          <a:off x="548640" y="1417320"/>
          <a:ext cx="11094415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8883"/>
                <a:gridCol w="2218883"/>
                <a:gridCol w="2218883"/>
                <a:gridCol w="2218883"/>
                <a:gridCol w="2218883"/>
              </a:tblGrid>
              <a:tr h="457200">
                <a:tc>
                  <a:txBody>
                    <a:bodyPr/>
                    <a:lstStyle/>
                    <a:p>
                      <a:r>
                        <a:rPr sz="1400"/>
                        <a:t>Task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400"/>
                        <a:t>Product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400"/>
                        <a:t>Sales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400"/>
                        <a:t>Finance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400"/>
                        <a:t>Operations</a:t>
                      </a:r>
                    </a:p>
                  </a:txBody>
                  <a:tcPr anchor="ctr"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/>
                        <a:t>Set pricing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400"/>
                        <a:t>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400"/>
                        <a:t>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400"/>
                        <a:t>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400"/>
                        <a:t>I</a:t>
                      </a:r>
                    </a:p>
                  </a:txBody>
                  <a:tcPr anchor="ctr"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/>
                        <a:t>Forecast demand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400"/>
                        <a:t>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400"/>
                        <a:t>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400"/>
                        <a:t>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400"/>
                        <a:t>I</a:t>
                      </a:r>
                    </a:p>
                  </a:txBody>
                  <a:tcPr anchor="ctr"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/>
                        <a:t>Plan capacity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400"/>
                        <a:t>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400"/>
                        <a:t>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400"/>
                        <a:t>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400"/>
                        <a:t>A/R</a:t>
                      </a:r>
                    </a:p>
                  </a:txBody>
                  <a:tcPr anchor="ctr"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/>
                        <a:t>Report results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400"/>
                        <a:t>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400"/>
                        <a:t>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400"/>
                        <a:t>A/R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400"/>
                        <a:t>C</a:t>
                      </a:r>
                    </a:p>
                  </a:txBody>
                  <a:tcPr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Risk register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ph idx="1"/>
          </p:nvPr>
        </p:nvGraphicFramePr>
        <p:xfrm>
          <a:off x="548640" y="1417320"/>
          <a:ext cx="11094415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8883"/>
                <a:gridCol w="2218883"/>
                <a:gridCol w="2218883"/>
                <a:gridCol w="2218883"/>
                <a:gridCol w="2218883"/>
              </a:tblGrid>
              <a:tr h="457200">
                <a:tc>
                  <a:txBody>
                    <a:bodyPr/>
                    <a:lstStyle/>
                    <a:p>
                      <a:r>
                        <a:rPr sz="1400"/>
                        <a:t>Risk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400"/>
                        <a:t>Likelihood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400"/>
                        <a:t>Impact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400"/>
                        <a:t>Mitigation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400"/>
                        <a:t>Owner</a:t>
                      </a:r>
                    </a:p>
                  </a:txBody>
                  <a:tcPr anchor="ctr"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/>
                        <a:t>Supplier delay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400"/>
                        <a:t>Medium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400"/>
                        <a:t>High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400"/>
                        <a:t>Second supplier on standby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400"/>
                        <a:t>Sam Rivera</a:t>
                      </a:r>
                    </a:p>
                  </a:txBody>
                  <a:tcPr anchor="ctr"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/>
                        <a:t>Data migration errors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400"/>
                        <a:t>Low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400"/>
                        <a:t>High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400"/>
                        <a:t>Two trial migrations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400"/>
                        <a:t>Riley Okafor</a:t>
                      </a:r>
                    </a:p>
                  </a:txBody>
                  <a:tcPr anchor="ctr"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/>
                        <a:t>Low adoption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400"/>
                        <a:t>Medium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400"/>
                        <a:t>Medium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400"/>
                        <a:t>Training and champions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400"/>
                        <a:t>Casey Brown</a:t>
                      </a:r>
                    </a:p>
                  </a:txBody>
                  <a:tcPr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Issues and actions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ph idx="1"/>
          </p:nvPr>
        </p:nvGraphicFramePr>
        <p:xfrm>
          <a:off x="548640" y="1417320"/>
          <a:ext cx="11094415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8883"/>
                <a:gridCol w="2218883"/>
                <a:gridCol w="2218883"/>
                <a:gridCol w="2218883"/>
                <a:gridCol w="2218883"/>
              </a:tblGrid>
              <a:tr h="457200">
                <a:tc>
                  <a:txBody>
                    <a:bodyPr/>
                    <a:lstStyle/>
                    <a:p>
                      <a:r>
                        <a:rPr sz="1400"/>
                        <a:t>Item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400"/>
                        <a:t>Type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400"/>
                        <a:t>Owner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400"/>
                        <a:t>Due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400"/>
                        <a:t>Status</a:t>
                      </a:r>
                    </a:p>
                  </a:txBody>
                  <a:tcPr anchor="ctr"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/>
                        <a:t>Login failures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400"/>
                        <a:t>Issue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400"/>
                        <a:t>Riley Okafor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400"/>
                        <a:t>18 Oct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400"/>
                        <a:t>Open</a:t>
                      </a:r>
                    </a:p>
                  </a:txBody>
                  <a:tcPr anchor="ctr"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/>
                        <a:t>Update user guide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400"/>
                        <a:t>Action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400"/>
                        <a:t>Casey Brown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400"/>
                        <a:t>25 Oct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400"/>
                        <a:t>In progress</a:t>
                      </a:r>
                    </a:p>
                  </a:txBody>
                  <a:tcPr anchor="ctr"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/>
                        <a:t>Licence renewal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400"/>
                        <a:t>Action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400"/>
                        <a:t>Jordan Singh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400"/>
                        <a:t>1 Nov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400"/>
                        <a:t>Complete</a:t>
                      </a:r>
                    </a:p>
                  </a:txBody>
                  <a:tcPr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Next steps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ph idx="1"/>
          </p:nvPr>
        </p:nvGraphicFramePr>
        <p:xfrm>
          <a:off x="548640" y="1417320"/>
          <a:ext cx="11094415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98138"/>
                <a:gridCol w="3698138"/>
                <a:gridCol w="3698139"/>
              </a:tblGrid>
              <a:tr h="457200">
                <a:tc>
                  <a:txBody>
                    <a:bodyPr/>
                    <a:lstStyle/>
                    <a:p>
                      <a:r>
                        <a:rPr sz="1400"/>
                        <a:t>Action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400"/>
                        <a:t>Owner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400"/>
                        <a:t>Due</a:t>
                      </a:r>
                    </a:p>
                  </a:txBody>
                  <a:tcPr anchor="ctr"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/>
                        <a:t>Approve phase two budget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400"/>
                        <a:t>Steering group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400"/>
                        <a:t>31 Oct</a:t>
                      </a:r>
                    </a:p>
                  </a:txBody>
                  <a:tcPr anchor="ctr"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/>
                        <a:t>Confirm pilot sites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400"/>
                        <a:t>Taylor Chen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400"/>
                        <a:t>7 Nov</a:t>
                      </a:r>
                    </a:p>
                  </a:txBody>
                  <a:tcPr anchor="ctr"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/>
                        <a:t>Start staff training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400"/>
                        <a:t>Casey Brown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400"/>
                        <a:t>14 Nov</a:t>
                      </a:r>
                    </a:p>
                  </a:txBody>
                  <a:tcPr anchor="ctr"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/>
                        <a:t>Report progress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400"/>
                        <a:t>Alex Morgan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400"/>
                        <a:t>5 Dec</a:t>
                      </a:r>
                    </a:p>
                  </a:txBody>
                  <a:tcPr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Questions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/>
            <a:r>
              <a:t>Alex Morgan, Head of Data</a:t>
            </a:r>
          </a:p>
          <a:p>
            <a:pPr/>
            <a:r>
              <a:t>alex.morgan@example.com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Sources and 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1   Customer survey, September 2026, 1,240 responses</a:t>
            </a:r>
          </a:p>
          <a:p>
            <a:pPr/>
            <a:r>
              <a:t>2   Finance ledger, fiscal year 2026 to date</a:t>
            </a:r>
          </a:p>
          <a:p>
            <a:pPr/>
            <a:r>
              <a:t>Figures are unaudited.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theme/theme1.xml><?xml version="1.0" encoding="utf-8"?>
<a:theme xmlns:a="http://schemas.openxmlformats.org/drawingml/2006/main" name="Plain fallback">
  <a:themeElements>
    <a:clrScheme name="Plain fallback">
      <a:dk1>
        <a:srgbClr val="1B2A3A"/>
      </a:dk1>
      <a:lt1>
        <a:srgbClr val="FFFFFF"/>
      </a:lt1>
      <a:dk2>
        <a:srgbClr val="44546A"/>
      </a:dk2>
      <a:lt2>
        <a:srgbClr val="EEF2F5"/>
      </a:lt2>
      <a:accent1>
        <a:srgbClr val="2F6FD0"/>
      </a:accent1>
      <a:accent2>
        <a:srgbClr val="1B2A3A"/>
      </a:accent2>
      <a:accent3>
        <a:srgbClr val="2E8B57"/>
      </a:accent3>
      <a:accent4>
        <a:srgbClr val="C26A1E"/>
      </a:accent4>
      <a:accent5>
        <a:srgbClr val="8A3FA0"/>
      </a:accent5>
      <a:accent6>
        <a:srgbClr val="5B6B7C"/>
      </a:accent6>
      <a:hlink>
        <a:srgbClr val="2F6FD0"/>
      </a:hlink>
      <a:folHlink>
        <a:srgbClr val="8A3FA0"/>
      </a:folHlink>
    </a:clrScheme>
    <a:fontScheme name="Plain fallback">
      <a:majorFont>
        <a:latin typeface="Aptos Display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Plain fallback PowerPoint layouts</dc:title>
  <dc:subject>28 opt-in layouts with 100 example slides</dc:subject>
  <dc:creator>brand-faithful-pptx</dc:creator>
  <cp:keywords/>
  <dc:description>Fallback layouts require explicit user approval before use.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