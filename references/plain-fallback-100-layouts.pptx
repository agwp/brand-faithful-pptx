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2F80ED"/>
            </a:solidFill>
            <a:ln w="25400">
              <a:solidFill>
                <a:srgbClr val="2F80E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25</c:v>
                </c:pt>
              </c:numCache>
            </c:numRef>
          </c:val>
        </c:ser>
        <c:dLbls>
          <c:numFmt formatCode="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2F80ED"/>
            </a:solidFill>
            <a:ln w="25400">
              <a:solidFill>
                <a:srgbClr val="2F80E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17324D"/>
            </a:solidFill>
            <a:ln w="25400">
              <a:solidFill>
                <a:srgbClr val="17324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35</c:v>
                </c:pt>
                <c:pt idx="1">
                  <c:v>33</c:v>
                </c:pt>
                <c:pt idx="2">
                  <c:v>28</c:v>
                </c:pt>
                <c:pt idx="3">
                  <c:v>22</c:v>
                </c:pt>
              </c:numCache>
            </c:numRef>
          </c:val>
        </c:ser>
        <c:dLbls>
          <c:numFmt formatCode="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2F80ED"/>
            </a:solidFill>
            <a:ln w="25400">
              <a:solidFill>
                <a:srgbClr val="2F80E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17324D"/>
            </a:solidFill>
            <a:ln w="25400">
              <a:solidFill>
                <a:srgbClr val="17324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35</c:v>
                </c:pt>
                <c:pt idx="1">
                  <c:v>33</c:v>
                </c:pt>
                <c:pt idx="2">
                  <c:v>28</c:v>
                </c:pt>
                <c:pt idx="3">
                  <c:v>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 period</c:v>
                </c:pt>
              </c:strCache>
            </c:strRef>
          </c:tx>
          <c:spPr>
            <a:solidFill>
              <a:srgbClr val="2E8B57"/>
            </a:solidFill>
            <a:ln w="25400">
              <a:solidFill>
                <a:srgbClr val="2E8B57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24</c:v>
                </c:pt>
                <c:pt idx="1">
                  <c:v>27</c:v>
                </c:pt>
                <c:pt idx="2">
                  <c:v>19</c:v>
                </c:pt>
                <c:pt idx="3">
                  <c:v>17</c:v>
                </c:pt>
              </c:numCache>
            </c:numRef>
          </c:val>
        </c:ser>
        <c:dLbls>
          <c:numFmt formatCode="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2F80ED"/>
            </a:solidFill>
            <a:ln w="25400">
              <a:solidFill>
                <a:srgbClr val="2F80E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17324D"/>
            </a:solidFill>
            <a:ln w="25400">
              <a:solidFill>
                <a:srgbClr val="17324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35</c:v>
                </c:pt>
                <c:pt idx="1">
                  <c:v>33</c:v>
                </c:pt>
                <c:pt idx="2">
                  <c:v>28</c:v>
                </c:pt>
                <c:pt idx="3">
                  <c:v>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 period</c:v>
                </c:pt>
              </c:strCache>
            </c:strRef>
          </c:tx>
          <c:spPr>
            <a:solidFill>
              <a:srgbClr val="2E8B57"/>
            </a:solidFill>
            <a:ln w="25400">
              <a:solidFill>
                <a:srgbClr val="2E8B57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24</c:v>
                </c:pt>
                <c:pt idx="1">
                  <c:v>27</c:v>
                </c:pt>
                <c:pt idx="2">
                  <c:v>19</c:v>
                </c:pt>
                <c:pt idx="3">
                  <c:v>17</c:v>
                </c:pt>
              </c:numCache>
            </c:numRef>
          </c:val>
        </c:ser>
        <c:dLbls>
          <c:numFmt formatCode="0" sourceLinked="0"/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2F80ED"/>
            </a:solidFill>
            <a:ln w="25400">
              <a:solidFill>
                <a:srgbClr val="2F80E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0.42</c:v>
                </c:pt>
                <c:pt idx="1">
                  <c:v>0.36</c:v>
                </c:pt>
                <c:pt idx="2">
                  <c:v>0.31</c:v>
                </c:pt>
                <c:pt idx="3">
                  <c:v>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17324D"/>
            </a:solidFill>
            <a:ln w="25400">
              <a:solidFill>
                <a:srgbClr val="17324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0.35</c:v>
                </c:pt>
                <c:pt idx="1">
                  <c:v>0.33</c:v>
                </c:pt>
                <c:pt idx="2">
                  <c:v>0.28</c:v>
                </c:pt>
                <c:pt idx="3">
                  <c:v>0.22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 period</c:v>
                </c:pt>
              </c:strCache>
            </c:strRef>
          </c:tx>
          <c:spPr>
            <a:solidFill>
              <a:srgbClr val="2E8B57"/>
            </a:solidFill>
            <a:ln w="25400">
              <a:solidFill>
                <a:srgbClr val="2E8B57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0.24</c:v>
                </c:pt>
                <c:pt idx="1">
                  <c:v>0.27</c:v>
                </c:pt>
                <c:pt idx="2">
                  <c:v>0.19</c:v>
                </c:pt>
                <c:pt idx="3">
                  <c:v>0.17</c:v>
                </c:pt>
              </c:numCache>
            </c:numRef>
          </c:val>
        </c:ser>
        <c:dLbls>
          <c:numFmt formatCode="0%" sourceLinked="0"/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2F80ED"/>
            </a:solidFill>
            <a:ln w="25400">
              <a:solidFill>
                <a:srgbClr val="2F80E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25</c:v>
                </c:pt>
              </c:numCache>
            </c:numRef>
          </c:val>
        </c:ser>
        <c:dLbls>
          <c:numFmt formatCode="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2F80ED"/>
            </a:solidFill>
            <a:ln w="25400">
              <a:solidFill>
                <a:srgbClr val="2F80E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17324D"/>
            </a:solidFill>
            <a:ln w="25400">
              <a:solidFill>
                <a:srgbClr val="17324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35</c:v>
                </c:pt>
                <c:pt idx="1">
                  <c:v>33</c:v>
                </c:pt>
                <c:pt idx="2">
                  <c:v>28</c:v>
                </c:pt>
                <c:pt idx="3">
                  <c:v>22</c:v>
                </c:pt>
              </c:numCache>
            </c:numRef>
          </c:val>
        </c:ser>
        <c:dLbls>
          <c:numFmt formatCode="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2F80ED"/>
            </a:solidFill>
            <a:ln w="25400">
              <a:solidFill>
                <a:srgbClr val="2F80E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17324D"/>
            </a:solidFill>
            <a:ln w="25400">
              <a:solidFill>
                <a:srgbClr val="17324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35</c:v>
                </c:pt>
                <c:pt idx="1">
                  <c:v>33</c:v>
                </c:pt>
                <c:pt idx="2">
                  <c:v>28</c:v>
                </c:pt>
                <c:pt idx="3">
                  <c:v>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 period</c:v>
                </c:pt>
              </c:strCache>
            </c:strRef>
          </c:tx>
          <c:spPr>
            <a:solidFill>
              <a:srgbClr val="2E8B57"/>
            </a:solidFill>
            <a:ln w="25400">
              <a:solidFill>
                <a:srgbClr val="2E8B57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24</c:v>
                </c:pt>
                <c:pt idx="1">
                  <c:v>27</c:v>
                </c:pt>
                <c:pt idx="2">
                  <c:v>19</c:v>
                </c:pt>
                <c:pt idx="3">
                  <c:v>17</c:v>
                </c:pt>
              </c:numCache>
            </c:numRef>
          </c:val>
        </c:ser>
        <c:dLbls>
          <c:numFmt formatCode="0" sourceLinked="0"/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2F80ED"/>
            </a:solidFill>
            <a:ln w="25400">
              <a:solidFill>
                <a:srgbClr val="2F80E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0.42</c:v>
                </c:pt>
                <c:pt idx="1">
                  <c:v>0.36</c:v>
                </c:pt>
                <c:pt idx="2">
                  <c:v>0.31</c:v>
                </c:pt>
                <c:pt idx="3">
                  <c:v>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17324D"/>
            </a:solidFill>
            <a:ln w="25400">
              <a:solidFill>
                <a:srgbClr val="17324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0%</c:formatCode>
                <c:ptCount val="4"/>
                <c:pt idx="0">
                  <c:v>0.35</c:v>
                </c:pt>
                <c:pt idx="1">
                  <c:v>0.33</c:v>
                </c:pt>
                <c:pt idx="2">
                  <c:v>0.28</c:v>
                </c:pt>
                <c:pt idx="3">
                  <c:v>0.22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 period</c:v>
                </c:pt>
              </c:strCache>
            </c:strRef>
          </c:tx>
          <c:spPr>
            <a:solidFill>
              <a:srgbClr val="2E8B57"/>
            </a:solidFill>
            <a:ln w="25400">
              <a:solidFill>
                <a:srgbClr val="2E8B57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Sheet1!$D$2:$D$5</c:f>
              <c:numCache>
                <c:formatCode>0%</c:formatCode>
                <c:ptCount val="4"/>
                <c:pt idx="0">
                  <c:v>0.24</c:v>
                </c:pt>
                <c:pt idx="1">
                  <c:v>0.27</c:v>
                </c:pt>
                <c:pt idx="2">
                  <c:v>0.19</c:v>
                </c:pt>
                <c:pt idx="3">
                  <c:v>0.17</c:v>
                </c:pt>
              </c:numCache>
            </c:numRef>
          </c:val>
        </c:ser>
        <c:dLbls>
          <c:numFmt formatCode="0%" sourceLinked="0"/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2F80ED"/>
            </a:solidFill>
            <a:ln w="25400">
              <a:solidFill>
                <a:srgbClr val="2F80ED"/>
              </a:solidFill>
            </a:ln>
          </c:spPr>
          <c:cat>
            <c:strRef>
              <c:f>Sheet1!$A$2:$A$6</c:f>
              <c:strCache>
                <c:ptCount val="5"/>
                <c:pt idx="0">
                  <c:v>Priority A</c:v>
                </c:pt>
                <c:pt idx="1">
                  <c:v>Priority B</c:v>
                </c:pt>
                <c:pt idx="2">
                  <c:v>Priority C</c:v>
                </c:pt>
                <c:pt idx="3">
                  <c:v>Priority D</c:v>
                </c:pt>
                <c:pt idx="4">
                  <c:v>Priority E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92</c:v>
                </c:pt>
                <c:pt idx="1">
                  <c:v>78</c:v>
                </c:pt>
                <c:pt idx="2">
                  <c:v>63</c:v>
                </c:pt>
                <c:pt idx="3">
                  <c:v>51</c:v>
                </c:pt>
                <c:pt idx="4">
                  <c:v>39</c:v>
                </c:pt>
              </c:numCache>
            </c:numRef>
          </c:val>
        </c:ser>
        <c:dLbls>
          <c:numFmt formatCode="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2F80ED"/>
            </a:solidFill>
            <a:ln w="25400">
              <a:solidFill>
                <a:srgbClr val="2F80ED"/>
              </a:solidFill>
            </a:ln>
          </c:spPr>
          <c:cat>
            <c:strRef>
              <c:f>Sheet1!$A$2:$A$4</c:f>
              <c:strCache>
                <c:ptCount val="3"/>
                <c:pt idx="0">
                  <c:v>Enterprise</c:v>
                </c:pt>
                <c:pt idx="1">
                  <c:v>SMB</c:v>
                </c:pt>
                <c:pt idx="2">
                  <c:v>Consumer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0.52</c:v>
                </c:pt>
                <c:pt idx="1">
                  <c:v>0.31</c:v>
                </c:pt>
                <c:pt idx="2">
                  <c:v>0.17</c:v>
                </c:pt>
              </c:numCache>
            </c:numRef>
          </c:val>
        </c:ser>
        <c:dLbls>
          <c:numFmt formatCode="0%" sourceLinked="0"/>
          <c:dLblPos val="bestFit"/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style val="1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spPr>
            <a:solidFill>
              <a:srgbClr val="2F80ED"/>
            </a:solidFill>
            <a:ln w="25400">
              <a:solidFill>
                <a:srgbClr val="2F80ED"/>
              </a:solidFill>
            </a:ln>
          </c:spPr>
          <c:cat>
            <c:strRef>
              <c:f>Sheet1!$A$2:$A$4</c:f>
              <c:strCache>
                <c:ptCount val="3"/>
                <c:pt idx="0">
                  <c:v>Enterprise</c:v>
                </c:pt>
                <c:pt idx="1">
                  <c:v>SMB</c:v>
                </c:pt>
                <c:pt idx="2">
                  <c:v>Consumer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0.52</c:v>
                </c:pt>
                <c:pt idx="1">
                  <c:v>0.31</c:v>
                </c:pt>
                <c:pt idx="2">
                  <c:v>0.17</c:v>
                </c:pt>
              </c:numCache>
            </c:numRef>
          </c:val>
        </c:ser>
        <c:dLbls>
          <c:numFmt formatCode="0%" sourceLinked="0"/>
          <c:dLblPos val="ctr"/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2F80ED"/>
            </a:solidFill>
            <a:ln w="25400">
              <a:solidFill>
                <a:srgbClr val="2F80E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17324D"/>
            </a:solidFill>
            <a:ln w="25400">
              <a:solidFill>
                <a:srgbClr val="17324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35</c:v>
                </c:pt>
                <c:pt idx="1">
                  <c:v>33</c:v>
                </c:pt>
                <c:pt idx="2">
                  <c:v>28</c:v>
                </c:pt>
                <c:pt idx="3">
                  <c:v>22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style val="10"/>
  <c:chart>
    <c:autoTitleDeleted val="1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2F80ED"/>
            </a:solidFill>
            <a:ln w="25400">
              <a:solidFill>
                <a:srgbClr val="2F80E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17324D"/>
            </a:solidFill>
            <a:ln w="25400">
              <a:solidFill>
                <a:srgbClr val="17324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35</c:v>
                </c:pt>
                <c:pt idx="1">
                  <c:v>33</c:v>
                </c:pt>
                <c:pt idx="2">
                  <c:v>28</c:v>
                </c:pt>
                <c:pt idx="3">
                  <c:v>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Prior period</c:v>
                </c:pt>
              </c:strCache>
            </c:strRef>
          </c:tx>
          <c:spPr>
            <a:solidFill>
              <a:srgbClr val="2E8B57"/>
            </a:solidFill>
            <a:ln w="25400">
              <a:solidFill>
                <a:srgbClr val="2E8B57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Sheet1!$D$2:$D$5</c:f>
              <c:numCache>
                <c:formatCode>0</c:formatCode>
                <c:ptCount val="4"/>
                <c:pt idx="0">
                  <c:v>24</c:v>
                </c:pt>
                <c:pt idx="1">
                  <c:v>27</c:v>
                </c:pt>
                <c:pt idx="2">
                  <c:v>19</c:v>
                </c:pt>
                <c:pt idx="3">
                  <c:v>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b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2F80ED"/>
            </a:solidFill>
            <a:ln w="25400">
              <a:solidFill>
                <a:srgbClr val="2F80E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25</c:v>
                </c:pt>
              </c:numCache>
            </c:numRef>
          </c:val>
        </c:ser>
        <c:axId val="-2068027336"/>
        <c:axId val="-211399444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17324D"/>
            </a:solidFill>
            <a:ln w="25400">
              <a:solidFill>
                <a:srgbClr val="17324D"/>
              </a:solidFill>
            </a:ln>
          </c:spPr>
          <c:marker/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35</c:v>
                </c:pt>
                <c:pt idx="1">
                  <c:v>33</c:v>
                </c:pt>
                <c:pt idx="2">
                  <c:v>28</c:v>
                </c:pt>
                <c:pt idx="3">
                  <c:v>22</c:v>
                </c:pt>
              </c:numCache>
            </c:numRef>
          </c:val>
          <c:smooth val="0"/>
        </c:ser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 w="25400">
              <a:noFill/>
            </a:ln>
          </c:spPr>
          <c:cat>
            <c:strRef>
              <c:f>Sheet1!$A$2:$A$6</c:f>
              <c:strCache>
                <c:ptCount val="5"/>
                <c:pt idx="0">
                  <c:v>Start</c:v>
                </c:pt>
                <c:pt idx="1">
                  <c:v>Growth</c:v>
                </c:pt>
                <c:pt idx="2">
                  <c:v>Savings</c:v>
                </c:pt>
                <c:pt idx="3">
                  <c:v>Investment</c:v>
                </c:pt>
                <c:pt idx="4">
                  <c:v>End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0</c:v>
                </c:pt>
                <c:pt idx="1">
                  <c:v>80</c:v>
                </c:pt>
                <c:pt idx="2">
                  <c:v>95</c:v>
                </c:pt>
                <c:pt idx="3">
                  <c:v>90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Movement</c:v>
                </c:pt>
              </c:strCache>
            </c:strRef>
          </c:tx>
          <c:spPr>
            <a:solidFill>
              <a:srgbClr val="17324D"/>
            </a:solidFill>
            <a:ln w="25400">
              <a:solidFill>
                <a:srgbClr val="17324D"/>
              </a:solidFill>
            </a:ln>
          </c:spPr>
          <c:cat>
            <c:strRef>
              <c:f>Sheet1!$A$2:$A$6</c:f>
              <c:strCache>
                <c:ptCount val="5"/>
                <c:pt idx="0">
                  <c:v>Start</c:v>
                </c:pt>
                <c:pt idx="1">
                  <c:v>Growth</c:v>
                </c:pt>
                <c:pt idx="2">
                  <c:v>Savings</c:v>
                </c:pt>
                <c:pt idx="3">
                  <c:v>Investment</c:v>
                </c:pt>
                <c:pt idx="4">
                  <c:v>End</c:v>
                </c:pt>
              </c:strCache>
            </c:strRef>
          </c:cat>
          <c:val>
            <c:numRef>
              <c:f>Sheet1!$C$2:$C$6</c:f>
              <c:numCache>
                <c:formatCode>0</c:formatCode>
                <c:ptCount val="5"/>
                <c:pt idx="0">
                  <c:v>80</c:v>
                </c:pt>
                <c:pt idx="1">
                  <c:v>15</c:v>
                </c:pt>
                <c:pt idx="2">
                  <c:v>10</c:v>
                </c:pt>
                <c:pt idx="3">
                  <c:v>12</c:v>
                </c:pt>
                <c:pt idx="4">
                  <c:v>102</c:v>
                </c:pt>
              </c:numCache>
            </c:numRef>
          </c:val>
        </c:ser>
        <c:dLbls>
          <c:numFmt formatCode="0" sourceLinked="0"/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Business units</c:v>
                </c:pt>
              </c:strCache>
            </c:strRef>
          </c:tx>
          <c:spPr>
            <a:solidFill>
              <a:srgbClr val="2F80ED"/>
            </a:solidFill>
            <a:ln w="25400">
              <a:solidFill>
                <a:srgbClr val="2F80ED"/>
              </a:solidFill>
            </a:ln>
          </c:spPr>
          <c:xVal>
            <c:numRef>
              <c:f>Sheet1!$A$2:$A$6</c:f>
              <c:numCache>
                <c:formatCode>0</c:formatCode>
                <c:ptCount val="5"/>
                <c:pt idx="0">
                  <c:v>24</c:v>
                </c:pt>
                <c:pt idx="1">
                  <c:v>35</c:v>
                </c:pt>
                <c:pt idx="2">
                  <c:v>48</c:v>
                </c:pt>
                <c:pt idx="3">
                  <c:v>63</c:v>
                </c:pt>
                <c:pt idx="4">
                  <c:v>78</c:v>
                </c:pt>
              </c:numCache>
            </c:numRef>
          </c:xVal>
          <c:yVal>
            <c:numRef>
              <c:f>Sheet1!$B$2:$B$6</c:f>
              <c:numCache>
                <c:formatCode>0</c:formatCode>
                <c:ptCount val="5"/>
                <c:pt idx="0">
                  <c:v>38</c:v>
                </c:pt>
                <c:pt idx="1">
                  <c:v>52</c:v>
                </c:pt>
                <c:pt idx="2">
                  <c:v>55</c:v>
                </c:pt>
                <c:pt idx="3">
                  <c:v>71</c:v>
                </c:pt>
                <c:pt idx="4">
                  <c:v>82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style val="10"/>
  <c:chart>
    <c:autoTitleDeleted val="1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Markets</c:v>
                </c:pt>
              </c:strCache>
            </c:strRef>
          </c:tx>
          <c:spPr>
            <a:solidFill>
              <a:srgbClr val="2F80ED"/>
            </a:solidFill>
            <a:ln w="25400">
              <a:solidFill>
                <a:srgbClr val="2F80ED"/>
              </a:solidFill>
            </a:ln>
          </c:spPr>
          <c:invertIfNegative val="0"/>
          <c:xVal>
            <c:numRef>
              <c:f>Sheet1!$A$2:$A$5</c:f>
              <c:numCache>
                <c:formatCode>0</c:formatCode>
                <c:ptCount val="4"/>
                <c:pt idx="0">
                  <c:v>24</c:v>
                </c:pt>
                <c:pt idx="1">
                  <c:v>39</c:v>
                </c:pt>
                <c:pt idx="2">
                  <c:v>62</c:v>
                </c:pt>
                <c:pt idx="3">
                  <c:v>75</c:v>
                </c:pt>
              </c:numCache>
            </c:numRef>
          </c:xVal>
          <c:yVal>
            <c:numRef>
              <c:f>Sheet1!$B$2:$B$5</c:f>
              <c:numCache>
                <c:formatCode>0</c:formatCode>
                <c:ptCount val="4"/>
                <c:pt idx="0">
                  <c:v>42</c:v>
                </c:pt>
                <c:pt idx="1">
                  <c:v>58</c:v>
                </c:pt>
                <c:pt idx="2">
                  <c:v>48</c:v>
                </c:pt>
                <c:pt idx="3">
                  <c:v>76</c:v>
                </c:pt>
              </c:numCache>
            </c:numRef>
          </c:yVal>
          <c:bubbleSize>
            <c:numRef>
              <c:f>Sheet1!$C$2:$C$5</c:f>
              <c:numCache>
                <c:formatCode>0</c:formatCode>
                <c:ptCount val="4"/>
                <c:pt idx="0">
                  <c:v>14</c:v>
                </c:pt>
                <c:pt idx="1">
                  <c:v>24</c:v>
                </c:pt>
                <c:pt idx="2">
                  <c:v>18</c:v>
                </c:pt>
                <c:pt idx="3">
                  <c:v>30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2F80ED"/>
            </a:solidFill>
            <a:ln w="25400">
              <a:solidFill>
                <a:srgbClr val="2F80ED"/>
              </a:solidFill>
            </a:ln>
          </c:spPr>
          <c:cat>
            <c:strRef>
              <c:f>Sheet1!$A$2:$A$6</c:f>
              <c:strCache>
                <c:ptCount val="5"/>
                <c:pt idx="0">
                  <c:v>Awareness</c:v>
                </c:pt>
                <c:pt idx="1">
                  <c:v>Interest</c:v>
                </c:pt>
                <c:pt idx="2">
                  <c:v>Evaluation</c:v>
                </c:pt>
                <c:pt idx="3">
                  <c:v>Decision</c:v>
                </c:pt>
                <c:pt idx="4">
                  <c:v>Adoption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100</c:v>
                </c:pt>
                <c:pt idx="1">
                  <c:v>78</c:v>
                </c:pt>
                <c:pt idx="2">
                  <c:v>55</c:v>
                </c:pt>
                <c:pt idx="3">
                  <c:v>36</c:v>
                </c:pt>
                <c:pt idx="4">
                  <c:v>24</c:v>
                </c:pt>
              </c:numCache>
            </c:numRef>
          </c:val>
        </c:ser>
        <c:dLbls>
          <c:numFmt formatCode="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2F80ED"/>
            </a:solidFill>
            <a:ln w="25400">
              <a:solidFill>
                <a:srgbClr val="2F80E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42</c:v>
                </c:pt>
                <c:pt idx="1">
                  <c:v>36</c:v>
                </c:pt>
                <c:pt idx="2">
                  <c:v>31</c:v>
                </c:pt>
                <c:pt idx="3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17324D"/>
            </a:solidFill>
            <a:ln w="25400">
              <a:solidFill>
                <a:srgbClr val="17324D"/>
              </a:solidFill>
            </a:ln>
          </c:spPr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Central</c:v>
                </c:pt>
                <c:pt idx="2">
                  <c:v>South</c:v>
                </c:pt>
                <c:pt idx="3">
                  <c:v>West</c:v>
                </c:pt>
              </c:strCache>
            </c:strRef>
          </c:cat>
          <c:val>
            <c:numRef>
              <c:f>Sheet1!$C$2:$C$5</c:f>
              <c:numCache>
                <c:formatCode>0</c:formatCode>
                <c:ptCount val="4"/>
                <c:pt idx="0">
                  <c:v>35</c:v>
                </c:pt>
                <c:pt idx="1">
                  <c:v>33</c:v>
                </c:pt>
                <c:pt idx="2">
                  <c:v>28</c:v>
                </c:pt>
                <c:pt idx="3">
                  <c:v>22</c:v>
                </c:pt>
              </c:numCache>
            </c:numRef>
          </c:val>
        </c:ser>
        <c:dLbls>
          <c:numFmt formatCode="0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Standard title slide">
  <p:cSld name="Standard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822960" y="1874520"/>
            <a:ext cx="9875520" cy="114300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841248" y="3246120"/>
            <a:ext cx="6217920" cy="9144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Hero-image title slide">
  <p:cSld name="Hero-image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mage 10"/>
          <p:cNvSpPr>
            <a:spLocks noGrp="1"/>
          </p:cNvSpPr>
          <p:nvPr>
            <p:ph idx="10" type="pic"/>
          </p:nvPr>
        </p:nvSpPr>
        <p:spPr>
          <a:xfrm>
            <a:off x="0" y="0"/>
            <a:ext cx="12191695" cy="6858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1" name="Title 0"/>
          <p:cNvSpPr>
            <a:spLocks noGrp="1"/>
          </p:cNvSpPr>
          <p:nvPr>
            <p:ph idx="0" type="title"/>
          </p:nvPr>
        </p:nvSpPr>
        <p:spPr>
          <a:xfrm>
            <a:off x="777240" y="4069080"/>
            <a:ext cx="8046720" cy="96012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804672" y="5166360"/>
            <a:ext cx="5029200" cy="6400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Split-panel title slide">
  <p:cSld name="Split-panel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mage 10"/>
          <p:cNvSpPr>
            <a:spLocks noGrp="1"/>
          </p:cNvSpPr>
          <p:nvPr>
            <p:ph idx="10" type="pic"/>
          </p:nvPr>
        </p:nvSpPr>
        <p:spPr>
          <a:xfrm>
            <a:off x="0" y="0"/>
            <a:ext cx="5486400" cy="6858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1" name="Title 0"/>
          <p:cNvSpPr>
            <a:spLocks noGrp="1"/>
          </p:cNvSpPr>
          <p:nvPr>
            <p:ph idx="0" type="title"/>
          </p:nvPr>
        </p:nvSpPr>
        <p:spPr>
          <a:xfrm>
            <a:off x="6126480" y="1828800"/>
            <a:ext cx="5257800" cy="114300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6144768" y="3246120"/>
            <a:ext cx="4754880" cy="8229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Minimal title slide">
  <p:cSld name="Minimal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822960" y="2148840"/>
            <a:ext cx="10241280" cy="105156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841248" y="3474720"/>
            <a:ext cx="6400800" cy="5943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Event or webinar title slide">
  <p:cSld name="Event or webina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777240" y="1325880"/>
            <a:ext cx="10515600" cy="96012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804672" y="2560320"/>
            <a:ext cx="7132320" cy="18288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Agenda slide">
  <p:cSld name="Agend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868680" y="1371600"/>
            <a:ext cx="9966960" cy="44805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Agenda with progress indicator">
  <p:cSld name="Agenda with progress indica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868680" y="1417320"/>
            <a:ext cx="9875520" cy="41605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Section label 11"/>
          <p:cNvSpPr>
            <a:spLocks noGrp="1"/>
          </p:cNvSpPr>
          <p:nvPr>
            <p:ph idx="11" type="body"/>
          </p:nvPr>
        </p:nvSpPr>
        <p:spPr>
          <a:xfrm>
            <a:off x="868680" y="5806440"/>
            <a:ext cx="9875520" cy="4114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section label</a:t>
            </a:r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Standard section divider">
  <p:cSld name="Standard 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777240" y="1828800"/>
            <a:ext cx="73152" cy="20574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822960" y="2377440"/>
            <a:ext cx="10424160" cy="10972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Image-led section divider">
  <p:cSld name="Image-led 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mage 10"/>
          <p:cNvSpPr>
            <a:spLocks noGrp="1"/>
          </p:cNvSpPr>
          <p:nvPr>
            <p:ph idx="10" type="pic"/>
          </p:nvPr>
        </p:nvSpPr>
        <p:spPr>
          <a:xfrm>
            <a:off x="0" y="0"/>
            <a:ext cx="12191695" cy="6858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1" name="Title 0"/>
          <p:cNvSpPr>
            <a:spLocks noGrp="1"/>
          </p:cNvSpPr>
          <p:nvPr>
            <p:ph idx="0" type="title"/>
          </p:nvPr>
        </p:nvSpPr>
        <p:spPr>
          <a:xfrm>
            <a:off x="777240" y="2560320"/>
            <a:ext cx="9875520" cy="114300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Numbered chapter divider">
  <p:cSld name="Numbered chapter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777240" y="1828800"/>
            <a:ext cx="73152" cy="2057400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Section label 10"/>
          <p:cNvSpPr>
            <a:spLocks noGrp="1"/>
          </p:cNvSpPr>
          <p:nvPr>
            <p:ph idx="10" type="body"/>
          </p:nvPr>
        </p:nvSpPr>
        <p:spPr>
          <a:xfrm>
            <a:off x="822960" y="1965960"/>
            <a:ext cx="1325880" cy="10058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section label</a:t>
            </a:r>
            <a:endParaRPr lang="en-GB"/>
          </a:p>
        </p:txBody>
      </p:sp>
      <p:sp>
        <p:nvSpPr>
          <p:cNvPr id="11" name="Title 0"/>
          <p:cNvSpPr>
            <a:spLocks noGrp="1"/>
          </p:cNvSpPr>
          <p:nvPr>
            <p:ph idx="0" type="title"/>
          </p:nvPr>
        </p:nvSpPr>
        <p:spPr>
          <a:xfrm>
            <a:off x="2331720" y="2011680"/>
            <a:ext cx="8961120" cy="100584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Single-speaker slide">
  <p:cSld name="Single-speak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Image 10"/>
          <p:cNvSpPr>
            <a:spLocks noGrp="1"/>
          </p:cNvSpPr>
          <p:nvPr>
            <p:ph idx="10" type="pic"/>
          </p:nvPr>
        </p:nvSpPr>
        <p:spPr>
          <a:xfrm>
            <a:off x="777240" y="1371600"/>
            <a:ext cx="3657600" cy="47548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4800600" y="1508760"/>
            <a:ext cx="6217920" cy="42062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Two-speaker slide">
  <p:cSld name="Two-speak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Image 10"/>
          <p:cNvSpPr>
            <a:spLocks noGrp="1"/>
          </p:cNvSpPr>
          <p:nvPr>
            <p:ph idx="10" type="pic"/>
          </p:nvPr>
        </p:nvSpPr>
        <p:spPr>
          <a:xfrm>
            <a:off x="914400" y="1417320"/>
            <a:ext cx="3840480" cy="32461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914400" y="4800600"/>
            <a:ext cx="3840480" cy="9144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Image 12"/>
          <p:cNvSpPr>
            <a:spLocks noGrp="1"/>
          </p:cNvSpPr>
          <p:nvPr>
            <p:ph idx="12" type="pic"/>
          </p:nvPr>
        </p:nvSpPr>
        <p:spPr>
          <a:xfrm>
            <a:off x="6492240" y="1417320"/>
            <a:ext cx="3840480" cy="32461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6492240" y="4800600"/>
            <a:ext cx="3840480" cy="9144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13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Panel-speaker slide">
  <p:cSld name="Panel-speak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Image 10"/>
          <p:cNvSpPr>
            <a:spLocks noGrp="1"/>
          </p:cNvSpPr>
          <p:nvPr>
            <p:ph idx="10" type="pic"/>
          </p:nvPr>
        </p:nvSpPr>
        <p:spPr>
          <a:xfrm>
            <a:off x="685800" y="1325880"/>
            <a:ext cx="2514600" cy="14173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685800" y="2834640"/>
            <a:ext cx="2514600" cy="65836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Image 12"/>
          <p:cNvSpPr>
            <a:spLocks noGrp="1"/>
          </p:cNvSpPr>
          <p:nvPr>
            <p:ph idx="12" type="pic"/>
          </p:nvPr>
        </p:nvSpPr>
        <p:spPr>
          <a:xfrm>
            <a:off x="3429000" y="1325880"/>
            <a:ext cx="2514600" cy="14173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3429000" y="2834640"/>
            <a:ext cx="2514600" cy="65836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5" name="Image 14"/>
          <p:cNvSpPr>
            <a:spLocks noGrp="1"/>
          </p:cNvSpPr>
          <p:nvPr>
            <p:ph idx="14" type="pic"/>
          </p:nvPr>
        </p:nvSpPr>
        <p:spPr>
          <a:xfrm>
            <a:off x="6172200" y="1325880"/>
            <a:ext cx="2514600" cy="14173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6" name="Body content 15"/>
          <p:cNvSpPr>
            <a:spLocks noGrp="1"/>
          </p:cNvSpPr>
          <p:nvPr>
            <p:ph idx="15" type="body"/>
          </p:nvPr>
        </p:nvSpPr>
        <p:spPr>
          <a:xfrm>
            <a:off x="6172200" y="2834640"/>
            <a:ext cx="2514600" cy="65836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7" name="Image 16"/>
          <p:cNvSpPr>
            <a:spLocks noGrp="1"/>
          </p:cNvSpPr>
          <p:nvPr>
            <p:ph idx="16" type="pic"/>
          </p:nvPr>
        </p:nvSpPr>
        <p:spPr>
          <a:xfrm>
            <a:off x="8915400" y="1325880"/>
            <a:ext cx="2514600" cy="14173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8" name="Body content 17"/>
          <p:cNvSpPr>
            <a:spLocks noGrp="1"/>
          </p:cNvSpPr>
          <p:nvPr>
            <p:ph idx="17" type="body"/>
          </p:nvPr>
        </p:nvSpPr>
        <p:spPr>
          <a:xfrm>
            <a:off x="8915400" y="2834640"/>
            <a:ext cx="2514600" cy="65836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14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Team grid slide">
  <p:cSld name="Team gri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Image 10"/>
          <p:cNvSpPr>
            <a:spLocks noGrp="1"/>
          </p:cNvSpPr>
          <p:nvPr>
            <p:ph idx="10" type="pic"/>
          </p:nvPr>
        </p:nvSpPr>
        <p:spPr>
          <a:xfrm>
            <a:off x="685800" y="1325880"/>
            <a:ext cx="3246120" cy="14173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685800" y="2834640"/>
            <a:ext cx="3246120" cy="65836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Image 12"/>
          <p:cNvSpPr>
            <a:spLocks noGrp="1"/>
          </p:cNvSpPr>
          <p:nvPr>
            <p:ph idx="12" type="pic"/>
          </p:nvPr>
        </p:nvSpPr>
        <p:spPr>
          <a:xfrm>
            <a:off x="4160520" y="1325880"/>
            <a:ext cx="3246120" cy="14173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4160520" y="2834640"/>
            <a:ext cx="3246120" cy="65836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5" name="Image 14"/>
          <p:cNvSpPr>
            <a:spLocks noGrp="1"/>
          </p:cNvSpPr>
          <p:nvPr>
            <p:ph idx="14" type="pic"/>
          </p:nvPr>
        </p:nvSpPr>
        <p:spPr>
          <a:xfrm>
            <a:off x="7635240" y="1325880"/>
            <a:ext cx="3246120" cy="14173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6" name="Body content 15"/>
          <p:cNvSpPr>
            <a:spLocks noGrp="1"/>
          </p:cNvSpPr>
          <p:nvPr>
            <p:ph idx="15" type="body"/>
          </p:nvPr>
        </p:nvSpPr>
        <p:spPr>
          <a:xfrm>
            <a:off x="7635240" y="2834640"/>
            <a:ext cx="3246120" cy="65836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7" name="Image 16"/>
          <p:cNvSpPr>
            <a:spLocks noGrp="1"/>
          </p:cNvSpPr>
          <p:nvPr>
            <p:ph idx="16" type="pic"/>
          </p:nvPr>
        </p:nvSpPr>
        <p:spPr>
          <a:xfrm>
            <a:off x="685800" y="3840480"/>
            <a:ext cx="3246120" cy="14173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8" name="Body content 17"/>
          <p:cNvSpPr>
            <a:spLocks noGrp="1"/>
          </p:cNvSpPr>
          <p:nvPr>
            <p:ph idx="17" type="body"/>
          </p:nvPr>
        </p:nvSpPr>
        <p:spPr>
          <a:xfrm>
            <a:off x="685800" y="5349240"/>
            <a:ext cx="3246120" cy="65836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9" name="Image 18"/>
          <p:cNvSpPr>
            <a:spLocks noGrp="1"/>
          </p:cNvSpPr>
          <p:nvPr>
            <p:ph idx="18" type="pic"/>
          </p:nvPr>
        </p:nvSpPr>
        <p:spPr>
          <a:xfrm>
            <a:off x="4160520" y="3840480"/>
            <a:ext cx="3246120" cy="14173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20" name="Body content 19"/>
          <p:cNvSpPr>
            <a:spLocks noGrp="1"/>
          </p:cNvSpPr>
          <p:nvPr>
            <p:ph idx="19" type="body"/>
          </p:nvPr>
        </p:nvSpPr>
        <p:spPr>
          <a:xfrm>
            <a:off x="4160520" y="5349240"/>
            <a:ext cx="3246120" cy="65836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21" name="Image 20"/>
          <p:cNvSpPr>
            <a:spLocks noGrp="1"/>
          </p:cNvSpPr>
          <p:nvPr>
            <p:ph idx="20" type="pic"/>
          </p:nvPr>
        </p:nvSpPr>
        <p:spPr>
          <a:xfrm>
            <a:off x="7635240" y="3840480"/>
            <a:ext cx="3246120" cy="14173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22" name="Body content 21"/>
          <p:cNvSpPr>
            <a:spLocks noGrp="1"/>
          </p:cNvSpPr>
          <p:nvPr>
            <p:ph idx="21" type="body"/>
          </p:nvPr>
        </p:nvSpPr>
        <p:spPr>
          <a:xfrm>
            <a:off x="7635240" y="5349240"/>
            <a:ext cx="3246120" cy="65836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15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Executive biography slide">
  <p:cSld name="Executive biograph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Image 10"/>
          <p:cNvSpPr>
            <a:spLocks noGrp="1"/>
          </p:cNvSpPr>
          <p:nvPr>
            <p:ph idx="10" type="pic"/>
          </p:nvPr>
        </p:nvSpPr>
        <p:spPr>
          <a:xfrm>
            <a:off x="777240" y="1371600"/>
            <a:ext cx="3474720" cy="47091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4617720" y="1417320"/>
            <a:ext cx="6446520" cy="45262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16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Title-only slide">
  <p:cSld name="Title-onl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</p:spTree>
  </p:cSld>
  <p:clrMapOvr>
    <a:masterClrMapping/>
  </p:clrMapOvr>
</p:sldLayout>
</file>

<file path=ppt/slideLayouts/slideLayout17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Title and content slide">
  <p:cSld name="Title an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Editable content 10"/>
          <p:cNvSpPr>
            <a:spLocks noGrp="1"/>
          </p:cNvSpPr>
          <p:nvPr>
            <p:ph idx="10"/>
          </p:nvPr>
        </p:nvSpPr>
        <p:spPr>
          <a:xfrm>
            <a:off x="713232" y="1325880"/>
            <a:ext cx="10744200" cy="48920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editable content</a:t>
            </a:r>
            <a:endParaRPr lang="en-GB"/>
          </a:p>
        </p:txBody>
      </p:sp>
    </p:spTree>
  </p:cSld>
  <p:clrMapOvr>
    <a:masterClrMapping/>
  </p:clrMapOvr>
</p:sldLayout>
</file>

<file path=ppt/slideLayouts/slideLayout18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Title, subtitle and content slide">
  <p:cSld name="Title, subtitle and 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Subtitle 10"/>
          <p:cNvSpPr>
            <a:spLocks noGrp="1"/>
          </p:cNvSpPr>
          <p:nvPr>
            <p:ph idx="10" type="subTitle"/>
          </p:nvPr>
        </p:nvSpPr>
        <p:spPr>
          <a:xfrm>
            <a:off x="713232" y="1005840"/>
            <a:ext cx="10698480" cy="438912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subtitle</a:t>
            </a:r>
            <a:endParaRPr lang="en-GB"/>
          </a:p>
        </p:txBody>
      </p:sp>
      <p:sp>
        <p:nvSpPr>
          <p:cNvPr id="12" name="Editable content 11"/>
          <p:cNvSpPr>
            <a:spLocks noGrp="1"/>
          </p:cNvSpPr>
          <p:nvPr>
            <p:ph idx="11"/>
          </p:nvPr>
        </p:nvSpPr>
        <p:spPr>
          <a:xfrm>
            <a:off x="713232" y="1572768"/>
            <a:ext cx="10744200" cy="46177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editable content</a:t>
            </a:r>
            <a:endParaRPr lang="en-GB"/>
          </a:p>
        </p:txBody>
      </p:sp>
    </p:spTree>
  </p:cSld>
  <p:clrMapOvr>
    <a:masterClrMapping/>
  </p:clrMapOvr>
</p:sldLayout>
</file>

<file path=ppt/slideLayouts/slideLayout19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Title and two columns">
  <p:cSld name="Title and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685800" y="1417320"/>
            <a:ext cx="5317236" cy="46177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6185916" y="1417320"/>
            <a:ext cx="5317236" cy="46177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20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Title with left third and right two-thirds">
  <p:cSld name="Title with left third and right two-thi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685800" y="1371600"/>
            <a:ext cx="3246120" cy="46634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Editable content 11"/>
          <p:cNvSpPr>
            <a:spLocks noGrp="1"/>
          </p:cNvSpPr>
          <p:nvPr>
            <p:ph idx="11"/>
          </p:nvPr>
        </p:nvSpPr>
        <p:spPr>
          <a:xfrm>
            <a:off x="4160520" y="1371600"/>
            <a:ext cx="7296912" cy="46634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editable content</a:t>
            </a:r>
            <a:endParaRPr lang="en-GB"/>
          </a:p>
        </p:txBody>
      </p:sp>
    </p:spTree>
  </p:cSld>
  <p:clrMapOvr>
    <a:masterClrMapping/>
  </p:clrMapOvr>
</p:sldLayout>
</file>

<file path=ppt/slideLayouts/slideLayout21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Title with left two-thirds and right third">
  <p:cSld name="Title with left two-thirds and right thi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Editable content 10"/>
          <p:cNvSpPr>
            <a:spLocks noGrp="1"/>
          </p:cNvSpPr>
          <p:nvPr>
            <p:ph idx="10"/>
          </p:nvPr>
        </p:nvSpPr>
        <p:spPr>
          <a:xfrm>
            <a:off x="685800" y="1371600"/>
            <a:ext cx="7296912" cy="46634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editable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8211312" y="1371600"/>
            <a:ext cx="3246120" cy="46634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22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Title and three columns">
  <p:cSld name="Title and 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685800" y="1417320"/>
            <a:ext cx="3483864" cy="4572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4352544" y="1417320"/>
            <a:ext cx="3483864" cy="4572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8019288" y="1417320"/>
            <a:ext cx="3483864" cy="4572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23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Title and four-card grid">
  <p:cSld name="Title and four-card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685800" y="1554480"/>
            <a:ext cx="2567178" cy="43434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3435858" y="1554480"/>
            <a:ext cx="2567178" cy="43434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6185916" y="1554480"/>
            <a:ext cx="2567178" cy="43434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8935974" y="1554480"/>
            <a:ext cx="2567178" cy="43434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24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50:50 stat and description">
  <p:cSld name="50:50 stat and 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731520" y="1417320"/>
            <a:ext cx="4892040" cy="4572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5852160" y="1417320"/>
            <a:ext cx="5486400" cy="4572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25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Big-statement slide">
  <p:cSld name="Big-statem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960120" y="1965960"/>
            <a:ext cx="10058400" cy="22402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</p:spTree>
  </p:cSld>
  <p:clrMapOvr>
    <a:masterClrMapping/>
  </p:clrMapOvr>
</p:sldLayout>
</file>

<file path=ppt/slideLayouts/slideLayout26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Single callout-stat slide">
  <p:cSld name="Single callout-sta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1828800" y="1417320"/>
            <a:ext cx="8503920" cy="205740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2057400" y="3794760"/>
            <a:ext cx="8046720" cy="1143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27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Three-stat row">
  <p:cSld name="Three-stat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685800" y="1600200"/>
            <a:ext cx="3483864" cy="42062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4352544" y="1600200"/>
            <a:ext cx="3483864" cy="42062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8019288" y="1600200"/>
            <a:ext cx="3483864" cy="42062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28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Definition or explainer slide">
  <p:cSld name="Definition or explain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731520" y="1417320"/>
            <a:ext cx="3200400" cy="45262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4160520" y="1417320"/>
            <a:ext cx="7269480" cy="45262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29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Quotation slide">
  <p:cSld name="Quotati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Quote 10"/>
          <p:cNvSpPr>
            <a:spLocks noGrp="1"/>
          </p:cNvSpPr>
          <p:nvPr>
            <p:ph idx="10" type="body"/>
          </p:nvPr>
        </p:nvSpPr>
        <p:spPr>
          <a:xfrm>
            <a:off x="1051560" y="1508760"/>
            <a:ext cx="10058400" cy="34747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quote</a:t>
            </a:r>
            <a:endParaRPr lang="en-GB"/>
          </a:p>
        </p:txBody>
      </p:sp>
      <p:sp>
        <p:nvSpPr>
          <p:cNvPr id="11" name="Attribution 11"/>
          <p:cNvSpPr>
            <a:spLocks noGrp="1"/>
          </p:cNvSpPr>
          <p:nvPr>
            <p:ph idx="11" type="body"/>
          </p:nvPr>
        </p:nvSpPr>
        <p:spPr>
          <a:xfrm>
            <a:off x="1078992" y="5166360"/>
            <a:ext cx="8229600" cy="7315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attribution</a:t>
            </a:r>
            <a:endParaRPr lang="en-GB"/>
          </a:p>
        </p:txBody>
      </p:sp>
    </p:spTree>
  </p:cSld>
  <p:clrMapOvr>
    <a:masterClrMapping/>
  </p:clrMapOvr>
</p:sldLayout>
</file>

<file path=ppt/slideLayouts/slideLayout30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Quotation with portrait">
  <p:cSld name="Quotation with portra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Image 10"/>
          <p:cNvSpPr>
            <a:spLocks noGrp="1"/>
          </p:cNvSpPr>
          <p:nvPr>
            <p:ph idx="10" type="pic"/>
          </p:nvPr>
        </p:nvSpPr>
        <p:spPr>
          <a:xfrm>
            <a:off x="822960" y="1143000"/>
            <a:ext cx="3749040" cy="48463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1" name="Quote 11"/>
          <p:cNvSpPr>
            <a:spLocks noGrp="1"/>
          </p:cNvSpPr>
          <p:nvPr>
            <p:ph idx="11" type="body"/>
          </p:nvPr>
        </p:nvSpPr>
        <p:spPr>
          <a:xfrm>
            <a:off x="4983480" y="1417320"/>
            <a:ext cx="6126480" cy="32461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quote</a:t>
            </a:r>
            <a:endParaRPr lang="en-GB"/>
          </a:p>
        </p:txBody>
      </p:sp>
      <p:sp>
        <p:nvSpPr>
          <p:cNvPr id="12" name="Attribution 12"/>
          <p:cNvSpPr>
            <a:spLocks noGrp="1"/>
          </p:cNvSpPr>
          <p:nvPr>
            <p:ph idx="12" type="body"/>
          </p:nvPr>
        </p:nvSpPr>
        <p:spPr>
          <a:xfrm>
            <a:off x="5010912" y="4892040"/>
            <a:ext cx="5303520" cy="7315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attribution</a:t>
            </a:r>
            <a:endParaRPr lang="en-GB"/>
          </a:p>
        </p:txBody>
      </p:sp>
    </p:spTree>
  </p:cSld>
  <p:clrMapOvr>
    <a:masterClrMapping/>
  </p:clrMapOvr>
</p:sldLayout>
</file>

<file path=ppt/slideLayouts/slideLayout31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Key-takeaways slide">
  <p:cSld name="Key-takeaway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822960" y="1371600"/>
            <a:ext cx="10058400" cy="46634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32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Executive-summary slide">
  <p:cSld name="Executive-summar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713232" y="1371600"/>
            <a:ext cx="10744200" cy="12344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685800" y="2788920"/>
            <a:ext cx="3483864" cy="30632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4352544" y="2788920"/>
            <a:ext cx="3483864" cy="30632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8019288" y="2788920"/>
            <a:ext cx="3483864" cy="30632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33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Recommendation and rationale slide">
  <p:cSld name="Recommendation and rationa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731520" y="1417320"/>
            <a:ext cx="3794760" cy="45262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4754880" y="1417320"/>
            <a:ext cx="6675120" cy="45262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34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Side-by-side comparison slide">
  <p:cSld name="Side-by-side comparis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685800" y="1417320"/>
            <a:ext cx="5317236" cy="4572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6185916" y="1417320"/>
            <a:ext cx="5317236" cy="4572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35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Pros and cons slide">
  <p:cSld name="Pros and con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685800" y="1417320"/>
            <a:ext cx="5317236" cy="4572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6185916" y="1417320"/>
            <a:ext cx="5317236" cy="4572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36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Before-and-after slide">
  <p:cSld name="Before-and-aft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Image 10"/>
          <p:cNvSpPr>
            <a:spLocks noGrp="1"/>
          </p:cNvSpPr>
          <p:nvPr>
            <p:ph idx="10" type="pic"/>
          </p:nvPr>
        </p:nvSpPr>
        <p:spPr>
          <a:xfrm>
            <a:off x="731520" y="1417320"/>
            <a:ext cx="5166360" cy="32004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731520" y="4754880"/>
            <a:ext cx="5166360" cy="10515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Image 12"/>
          <p:cNvSpPr>
            <a:spLocks noGrp="1"/>
          </p:cNvSpPr>
          <p:nvPr>
            <p:ph idx="12" type="pic"/>
          </p:nvPr>
        </p:nvSpPr>
        <p:spPr>
          <a:xfrm>
            <a:off x="6263640" y="1417320"/>
            <a:ext cx="5166360" cy="32004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6263640" y="4754880"/>
            <a:ext cx="5166360" cy="10515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37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Problem-and-solution slide">
  <p:cSld name="Problem-and-soluti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685800" y="1417320"/>
            <a:ext cx="5317236" cy="4572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6185916" y="1417320"/>
            <a:ext cx="5317236" cy="4572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38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Challenge, approach and result slide">
  <p:cSld name="Challenge, approach and res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685800" y="1417320"/>
            <a:ext cx="3483864" cy="4572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4352544" y="1417320"/>
            <a:ext cx="3483864" cy="4572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8019288" y="1417320"/>
            <a:ext cx="3483864" cy="4572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39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Customer-proof slide">
  <p:cSld name="Customer-proof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Image 10"/>
          <p:cNvSpPr>
            <a:spLocks noGrp="1"/>
          </p:cNvSpPr>
          <p:nvPr>
            <p:ph idx="10" type="pic"/>
          </p:nvPr>
        </p:nvSpPr>
        <p:spPr>
          <a:xfrm>
            <a:off x="731520" y="1417320"/>
            <a:ext cx="3794760" cy="45262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4754880" y="1417320"/>
            <a:ext cx="6675120" cy="45262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40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Frequently asked questions slide">
  <p:cSld name="Frequently asked question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731520" y="1417320"/>
            <a:ext cx="5212080" cy="4572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6172200" y="1417320"/>
            <a:ext cx="5212080" cy="4572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41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Question or discussion-prompt slide">
  <p:cSld name="Question or discussion-promp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1051560" y="1874520"/>
            <a:ext cx="10058400" cy="20116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</p:spTree>
  </p:cSld>
  <p:clrMapOvr>
    <a:masterClrMapping/>
  </p:clrMapOvr>
</p:sldLayout>
</file>

<file path=ppt/slideLayouts/slideLayout42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Left image and right text">
  <p:cSld name="Left image and righ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Image 10"/>
          <p:cNvSpPr>
            <a:spLocks noGrp="1"/>
          </p:cNvSpPr>
          <p:nvPr>
            <p:ph idx="10" type="pic"/>
          </p:nvPr>
        </p:nvSpPr>
        <p:spPr>
          <a:xfrm>
            <a:off x="685800" y="1325880"/>
            <a:ext cx="5486400" cy="48920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6446520" y="1417320"/>
            <a:ext cx="4937760" cy="4572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43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Left text and right image">
  <p:cSld name="Left text and righ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713232" y="1417320"/>
            <a:ext cx="4937760" cy="4572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Image 11"/>
          <p:cNvSpPr>
            <a:spLocks noGrp="1"/>
          </p:cNvSpPr>
          <p:nvPr>
            <p:ph idx="11" type="pic"/>
          </p:nvPr>
        </p:nvSpPr>
        <p:spPr>
          <a:xfrm>
            <a:off x="5943600" y="1325880"/>
            <a:ext cx="5513832" cy="48920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</p:spTree>
  </p:cSld>
  <p:clrMapOvr>
    <a:masterClrMapping/>
  </p:clrMapOvr>
</p:sldLayout>
</file>

<file path=ppt/slideLayouts/slideLayout44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Full-bleed image with text overlay">
  <p:cSld name="Full-bleed image with text overl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mage 10"/>
          <p:cNvSpPr>
            <a:spLocks noGrp="1"/>
          </p:cNvSpPr>
          <p:nvPr>
            <p:ph idx="10" type="pic"/>
          </p:nvPr>
        </p:nvSpPr>
        <p:spPr>
          <a:xfrm>
            <a:off x="0" y="0"/>
            <a:ext cx="12191695" cy="6858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1" name="Title 0"/>
          <p:cNvSpPr>
            <a:spLocks noGrp="1"/>
          </p:cNvSpPr>
          <p:nvPr>
            <p:ph idx="0" type="title"/>
          </p:nvPr>
        </p:nvSpPr>
        <p:spPr>
          <a:xfrm>
            <a:off x="822960" y="4343400"/>
            <a:ext cx="8686800" cy="128016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</p:spTree>
  </p:cSld>
  <p:clrMapOvr>
    <a:masterClrMapping/>
  </p:clrMapOvr>
</p:sldLayout>
</file>

<file path=ppt/slideLayouts/slideLayout45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Image-gallery slide">
  <p:cSld name="Image-galler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Image 10"/>
          <p:cNvSpPr>
            <a:spLocks noGrp="1"/>
          </p:cNvSpPr>
          <p:nvPr>
            <p:ph idx="10" type="pic"/>
          </p:nvPr>
        </p:nvSpPr>
        <p:spPr>
          <a:xfrm>
            <a:off x="685800" y="1371600"/>
            <a:ext cx="5212080" cy="20574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2" name="Image 11"/>
          <p:cNvSpPr>
            <a:spLocks noGrp="1"/>
          </p:cNvSpPr>
          <p:nvPr>
            <p:ph idx="11" type="pic"/>
          </p:nvPr>
        </p:nvSpPr>
        <p:spPr>
          <a:xfrm>
            <a:off x="6172200" y="1371600"/>
            <a:ext cx="5303520" cy="20574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3" name="Image 12"/>
          <p:cNvSpPr>
            <a:spLocks noGrp="1"/>
          </p:cNvSpPr>
          <p:nvPr>
            <p:ph idx="12" type="pic"/>
          </p:nvPr>
        </p:nvSpPr>
        <p:spPr>
          <a:xfrm>
            <a:off x="685800" y="3657600"/>
            <a:ext cx="5212080" cy="20574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4" name="Image 13"/>
          <p:cNvSpPr>
            <a:spLocks noGrp="1"/>
          </p:cNvSpPr>
          <p:nvPr>
            <p:ph idx="13" type="pic"/>
          </p:nvPr>
        </p:nvSpPr>
        <p:spPr>
          <a:xfrm>
            <a:off x="6172200" y="3657600"/>
            <a:ext cx="5303520" cy="20574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</p:spTree>
  </p:cSld>
  <p:clrMapOvr>
    <a:masterClrMapping/>
  </p:clrMapOvr>
</p:sldLayout>
</file>

<file path=ppt/slideLayouts/slideLayout46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Product-screenshot slide">
  <p:cSld name="Product-screensho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Image 10"/>
          <p:cNvSpPr>
            <a:spLocks noGrp="1"/>
          </p:cNvSpPr>
          <p:nvPr>
            <p:ph idx="10" type="pic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</p:spTree>
  </p:cSld>
  <p:clrMapOvr>
    <a:masterClrMapping/>
  </p:clrMapOvr>
</p:sldLayout>
</file>

<file path=ppt/slideLayouts/slideLayout47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Annotated-screenshot slide">
  <p:cSld name="Annotated-screensho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Image 10"/>
          <p:cNvSpPr>
            <a:spLocks noGrp="1"/>
          </p:cNvSpPr>
          <p:nvPr>
            <p:ph idx="10" type="pic"/>
          </p:nvPr>
        </p:nvSpPr>
        <p:spPr>
          <a:xfrm>
            <a:off x="685800" y="1325880"/>
            <a:ext cx="7543800" cy="48920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image</a:t>
            </a:r>
            <a:endParaRPr lang="en-GB"/>
          </a:p>
        </p:txBody>
      </p:sp>
      <p:sp>
        <p:nvSpPr>
          <p:cNvPr id="12" name="Callout 11"/>
          <p:cNvSpPr>
            <a:spLocks noGrp="1"/>
          </p:cNvSpPr>
          <p:nvPr>
            <p:ph idx="11" type="body"/>
          </p:nvPr>
        </p:nvSpPr>
        <p:spPr>
          <a:xfrm>
            <a:off x="8458200" y="1417320"/>
            <a:ext cx="2971800" cy="461772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callout</a:t>
            </a:r>
            <a:endParaRPr lang="en-GB"/>
          </a:p>
        </p:txBody>
      </p:sp>
    </p:spTree>
  </p:cSld>
  <p:clrMapOvr>
    <a:masterClrMapping/>
  </p:clrMapOvr>
</p:sldLayout>
</file>

<file path=ppt/slideLayouts/slideLayout48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Video or live-demo slide">
  <p:cSld name="Video or live-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Media 10"/>
          <p:cNvSpPr>
            <a:spLocks noGrp="1"/>
          </p:cNvSpPr>
          <p:nvPr>
            <p:ph idx="10" type="media"/>
          </p:nvPr>
        </p:nvSpPr>
        <p:spPr>
          <a:xfrm>
            <a:off x="777240" y="1417320"/>
            <a:ext cx="10561320" cy="46634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media</a:t>
            </a:r>
            <a:endParaRPr lang="en-GB"/>
          </a:p>
        </p:txBody>
      </p:sp>
    </p:spTree>
  </p:cSld>
  <p:clrMapOvr>
    <a:masterClrMapping/>
  </p:clrMapOvr>
</p:sldLayout>
</file>

<file path=ppt/slideLayouts/slideLayout49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One-series column chart">
  <p:cSld name="One-series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Chart 10"/>
          <p:cNvSpPr>
            <a:spLocks noGrp="1"/>
          </p:cNvSpPr>
          <p:nvPr>
            <p:ph idx="10" type="chart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chart</a:t>
            </a:r>
            <a:endParaRPr lang="en-GB"/>
          </a:p>
        </p:txBody>
      </p:sp>
    </p:spTree>
  </p:cSld>
  <p:clrMapOvr>
    <a:masterClrMapping/>
  </p:clrMapOvr>
</p:sldLayout>
</file>

<file path=ppt/slideLayouts/slideLayout50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Two-series column chart">
  <p:cSld name="Two-series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Chart 10"/>
          <p:cNvSpPr>
            <a:spLocks noGrp="1"/>
          </p:cNvSpPr>
          <p:nvPr>
            <p:ph idx="10" type="chart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chart</a:t>
            </a:r>
            <a:endParaRPr lang="en-GB"/>
          </a:p>
        </p:txBody>
      </p:sp>
    </p:spTree>
  </p:cSld>
  <p:clrMapOvr>
    <a:masterClrMapping/>
  </p:clrMapOvr>
</p:sldLayout>
</file>

<file path=ppt/slideLayouts/slideLayout51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Multi-series clustered column chart">
  <p:cSld name="Multi-series clustered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Chart 10"/>
          <p:cNvSpPr>
            <a:spLocks noGrp="1"/>
          </p:cNvSpPr>
          <p:nvPr>
            <p:ph idx="10" type="chart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chart</a:t>
            </a:r>
            <a:endParaRPr lang="en-GB"/>
          </a:p>
        </p:txBody>
      </p:sp>
    </p:spTree>
  </p:cSld>
  <p:clrMapOvr>
    <a:masterClrMapping/>
  </p:clrMapOvr>
</p:sldLayout>
</file>

<file path=ppt/slideLayouts/slideLayout52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Stacked column chart">
  <p:cSld name="Stacked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Chart 10"/>
          <p:cNvSpPr>
            <a:spLocks noGrp="1"/>
          </p:cNvSpPr>
          <p:nvPr>
            <p:ph idx="10" type="chart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chart</a:t>
            </a:r>
            <a:endParaRPr lang="en-GB"/>
          </a:p>
        </p:txBody>
      </p:sp>
    </p:spTree>
  </p:cSld>
  <p:clrMapOvr>
    <a:masterClrMapping/>
  </p:clrMapOvr>
</p:sldLayout>
</file>

<file path=ppt/slideLayouts/slideLayout53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100% stacked column chart">
  <p:cSld name="100% stacked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Chart 10"/>
          <p:cNvSpPr>
            <a:spLocks noGrp="1"/>
          </p:cNvSpPr>
          <p:nvPr>
            <p:ph idx="10" type="chart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chart</a:t>
            </a:r>
            <a:endParaRPr lang="en-GB"/>
          </a:p>
        </p:txBody>
      </p:sp>
    </p:spTree>
  </p:cSld>
  <p:clrMapOvr>
    <a:masterClrMapping/>
  </p:clrMapOvr>
</p:sldLayout>
</file>

<file path=ppt/slideLayouts/slideLayout54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One-series horizontal bar chart">
  <p:cSld name="One-series horizontal bar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Chart 10"/>
          <p:cNvSpPr>
            <a:spLocks noGrp="1"/>
          </p:cNvSpPr>
          <p:nvPr>
            <p:ph idx="10" type="chart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chart</a:t>
            </a:r>
            <a:endParaRPr lang="en-GB"/>
          </a:p>
        </p:txBody>
      </p:sp>
    </p:spTree>
  </p:cSld>
  <p:clrMapOvr>
    <a:masterClrMapping/>
  </p:clrMapOvr>
</p:sldLayout>
</file>

<file path=ppt/slideLayouts/slideLayout55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Two-series horizontal bar chart">
  <p:cSld name="Two-series horizontal bar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Chart 10"/>
          <p:cNvSpPr>
            <a:spLocks noGrp="1"/>
          </p:cNvSpPr>
          <p:nvPr>
            <p:ph idx="10" type="chart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chart</a:t>
            </a:r>
            <a:endParaRPr lang="en-GB"/>
          </a:p>
        </p:txBody>
      </p:sp>
    </p:spTree>
  </p:cSld>
  <p:clrMapOvr>
    <a:masterClrMapping/>
  </p:clrMapOvr>
</p:sldLayout>
</file>

<file path=ppt/slideLayouts/slideLayout56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Stacked horizontal bar chart">
  <p:cSld name="Stacked horizontal bar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Chart 10"/>
          <p:cNvSpPr>
            <a:spLocks noGrp="1"/>
          </p:cNvSpPr>
          <p:nvPr>
            <p:ph idx="10" type="chart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chart</a:t>
            </a:r>
            <a:endParaRPr lang="en-GB"/>
          </a:p>
        </p:txBody>
      </p:sp>
    </p:spTree>
  </p:cSld>
  <p:clrMapOvr>
    <a:masterClrMapping/>
  </p:clrMapOvr>
</p:sldLayout>
</file>

<file path=ppt/slideLayouts/slideLayout57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100% stacked horizontal bar chart">
  <p:cSld name="100% stacked horizontal bar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Chart 10"/>
          <p:cNvSpPr>
            <a:spLocks noGrp="1"/>
          </p:cNvSpPr>
          <p:nvPr>
            <p:ph idx="10" type="chart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chart</a:t>
            </a:r>
            <a:endParaRPr lang="en-GB"/>
          </a:p>
        </p:txBody>
      </p:sp>
    </p:spTree>
  </p:cSld>
  <p:clrMapOvr>
    <a:masterClrMapping/>
  </p:clrMapOvr>
</p:sldLayout>
</file>

<file path=ppt/slideLayouts/slideLayout58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Ranked bar chart">
  <p:cSld name="Ranked bar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Chart 10"/>
          <p:cNvSpPr>
            <a:spLocks noGrp="1"/>
          </p:cNvSpPr>
          <p:nvPr>
            <p:ph idx="10" type="chart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chart</a:t>
            </a:r>
            <a:endParaRPr lang="en-GB"/>
          </a:p>
        </p:txBody>
      </p:sp>
    </p:spTree>
  </p:cSld>
  <p:clrMapOvr>
    <a:masterClrMapping/>
  </p:clrMapOvr>
</p:sldLayout>
</file>

<file path=ppt/slideLayouts/slideLayout59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Pie chart">
  <p:cSld name="Pi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Chart 10"/>
          <p:cNvSpPr>
            <a:spLocks noGrp="1"/>
          </p:cNvSpPr>
          <p:nvPr>
            <p:ph idx="10" type="chart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chart</a:t>
            </a:r>
            <a:endParaRPr lang="en-GB"/>
          </a:p>
        </p:txBody>
      </p:sp>
    </p:spTree>
  </p:cSld>
  <p:clrMapOvr>
    <a:masterClrMapping/>
  </p:clrMapOvr>
</p:sldLayout>
</file>

<file path=ppt/slideLayouts/slideLayout60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Donut chart">
  <p:cSld name="Donut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Chart 10"/>
          <p:cNvSpPr>
            <a:spLocks noGrp="1"/>
          </p:cNvSpPr>
          <p:nvPr>
            <p:ph idx="10" type="chart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chart</a:t>
            </a:r>
            <a:endParaRPr lang="en-GB"/>
          </a:p>
        </p:txBody>
      </p:sp>
    </p:spTree>
  </p:cSld>
  <p:clrMapOvr>
    <a:masterClrMapping/>
  </p:clrMapOvr>
</p:sldLayout>
</file>

<file path=ppt/slideLayouts/slideLayout61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Line chart">
  <p:cSld name="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Chart 10"/>
          <p:cNvSpPr>
            <a:spLocks noGrp="1"/>
          </p:cNvSpPr>
          <p:nvPr>
            <p:ph idx="10" type="chart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chart</a:t>
            </a:r>
            <a:endParaRPr lang="en-GB"/>
          </a:p>
        </p:txBody>
      </p:sp>
    </p:spTree>
  </p:cSld>
  <p:clrMapOvr>
    <a:masterClrMapping/>
  </p:clrMapOvr>
</p:sldLayout>
</file>

<file path=ppt/slideLayouts/slideLayout62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Area or stacked-area chart">
  <p:cSld name="Area or stacked-area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Chart 10"/>
          <p:cNvSpPr>
            <a:spLocks noGrp="1"/>
          </p:cNvSpPr>
          <p:nvPr>
            <p:ph idx="10" type="chart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chart</a:t>
            </a:r>
            <a:endParaRPr lang="en-GB"/>
          </a:p>
        </p:txBody>
      </p:sp>
    </p:spTree>
  </p:cSld>
  <p:clrMapOvr>
    <a:masterClrMapping/>
  </p:clrMapOvr>
</p:sldLayout>
</file>

<file path=ppt/slideLayouts/slideLayout63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Combination chart">
  <p:cSld name="Combinatio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Chart 10"/>
          <p:cNvSpPr>
            <a:spLocks noGrp="1"/>
          </p:cNvSpPr>
          <p:nvPr>
            <p:ph idx="10" type="chart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chart</a:t>
            </a:r>
            <a:endParaRPr lang="en-GB"/>
          </a:p>
        </p:txBody>
      </p:sp>
    </p:spTree>
  </p:cSld>
  <p:clrMapOvr>
    <a:masterClrMapping/>
  </p:clrMapOvr>
</p:sldLayout>
</file>

<file path=ppt/slideLayouts/slideLayout64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Waterfall chart">
  <p:cSld name="Waterfall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Chart 10"/>
          <p:cNvSpPr>
            <a:spLocks noGrp="1"/>
          </p:cNvSpPr>
          <p:nvPr>
            <p:ph idx="10" type="chart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chart</a:t>
            </a:r>
            <a:endParaRPr lang="en-GB"/>
          </a:p>
        </p:txBody>
      </p:sp>
    </p:spTree>
  </p:cSld>
  <p:clrMapOvr>
    <a:masterClrMapping/>
  </p:clrMapOvr>
</p:sldLayout>
</file>

<file path=ppt/slideLayouts/slideLayout65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Scatter-plot slide">
  <p:cSld name="Scatter-plo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Chart 10"/>
          <p:cNvSpPr>
            <a:spLocks noGrp="1"/>
          </p:cNvSpPr>
          <p:nvPr>
            <p:ph idx="10" type="chart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chart</a:t>
            </a:r>
            <a:endParaRPr lang="en-GB"/>
          </a:p>
        </p:txBody>
      </p:sp>
    </p:spTree>
  </p:cSld>
  <p:clrMapOvr>
    <a:masterClrMapping/>
  </p:clrMapOvr>
</p:sldLayout>
</file>

<file path=ppt/slideLayouts/slideLayout66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Bubble-chart slide">
  <p:cSld name="Bubble-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Chart 10"/>
          <p:cNvSpPr>
            <a:spLocks noGrp="1"/>
          </p:cNvSpPr>
          <p:nvPr>
            <p:ph idx="10" type="chart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chart</a:t>
            </a:r>
            <a:endParaRPr lang="en-GB"/>
          </a:p>
        </p:txBody>
      </p:sp>
    </p:spTree>
  </p:cSld>
  <p:clrMapOvr>
    <a:masterClrMapping/>
  </p:clrMapOvr>
</p:sldLayout>
</file>

<file path=ppt/slideLayouts/slideLayout67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Funnel-chart slide">
  <p:cSld name="Funnel-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Chart 10"/>
          <p:cNvSpPr>
            <a:spLocks noGrp="1"/>
          </p:cNvSpPr>
          <p:nvPr>
            <p:ph idx="10" type="chart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chart</a:t>
            </a:r>
            <a:endParaRPr lang="en-GB"/>
          </a:p>
        </p:txBody>
      </p:sp>
    </p:spTree>
  </p:cSld>
  <p:clrMapOvr>
    <a:masterClrMapping/>
  </p:clrMapOvr>
</p:sldLayout>
</file>

<file path=ppt/slideLayouts/slideLayout68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Treemap slide">
  <p:cSld name="Treemap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Editable content 10"/>
          <p:cNvSpPr>
            <a:spLocks noGrp="1"/>
          </p:cNvSpPr>
          <p:nvPr>
            <p:ph idx="10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editable content</a:t>
            </a:r>
            <a:endParaRPr lang="en-GB"/>
          </a:p>
        </p:txBody>
      </p:sp>
    </p:spTree>
  </p:cSld>
  <p:clrMapOvr>
    <a:masterClrMapping/>
  </p:clrMapOvr>
</p:sldLayout>
</file>

<file path=ppt/slideLayouts/slideLayout69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Heatmap slide">
  <p:cSld name="Heatmap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Editable content 10"/>
          <p:cNvSpPr>
            <a:spLocks noGrp="1"/>
          </p:cNvSpPr>
          <p:nvPr>
            <p:ph idx="10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editable content</a:t>
            </a:r>
            <a:endParaRPr lang="en-GB"/>
          </a:p>
        </p:txBody>
      </p:sp>
    </p:spTree>
  </p:cSld>
  <p:clrMapOvr>
    <a:masterClrMapping/>
  </p:clrMapOvr>
</p:sldLayout>
</file>

<file path=ppt/slideLayouts/slideLayout70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Geographic-map slide">
  <p:cSld name="Geographic-map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Editable content 10"/>
          <p:cNvSpPr>
            <a:spLocks noGrp="1"/>
          </p:cNvSpPr>
          <p:nvPr>
            <p:ph idx="10"/>
          </p:nvPr>
        </p:nvSpPr>
        <p:spPr>
          <a:xfrm>
            <a:off x="731520" y="1325880"/>
            <a:ext cx="10744200" cy="49377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editable content</a:t>
            </a:r>
            <a:endParaRPr lang="en-GB"/>
          </a:p>
        </p:txBody>
      </p:sp>
    </p:spTree>
  </p:cSld>
  <p:clrMapOvr>
    <a:masterClrMapping/>
  </p:clrMapOvr>
</p:sldLayout>
</file>

<file path=ppt/slideLayouts/slideLayout71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KPI scorecard or dashboard">
  <p:cSld name="KPI scorecard or dashbo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685800" y="1645920"/>
            <a:ext cx="2567178" cy="41148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3435858" y="1645920"/>
            <a:ext cx="2567178" cy="41148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6185916" y="1645920"/>
            <a:ext cx="2567178" cy="41148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8935974" y="1645920"/>
            <a:ext cx="2567178" cy="41148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72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Chart with takeaway panel">
  <p:cSld name="Chart with takeaway pan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Chart 10"/>
          <p:cNvSpPr>
            <a:spLocks noGrp="1"/>
          </p:cNvSpPr>
          <p:nvPr>
            <p:ph idx="10" type="chart"/>
          </p:nvPr>
        </p:nvSpPr>
        <p:spPr>
          <a:xfrm>
            <a:off x="731520" y="1371600"/>
            <a:ext cx="7315200" cy="47548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chart</a:t>
            </a:r>
            <a:endParaRPr lang="en-GB"/>
          </a:p>
        </p:txBody>
      </p:sp>
      <p:sp>
        <p:nvSpPr>
          <p:cNvPr id="12" name="Callout 11"/>
          <p:cNvSpPr>
            <a:spLocks noGrp="1"/>
          </p:cNvSpPr>
          <p:nvPr>
            <p:ph idx="11" type="body"/>
          </p:nvPr>
        </p:nvSpPr>
        <p:spPr>
          <a:xfrm>
            <a:off x="8275320" y="1371600"/>
            <a:ext cx="3154680" cy="47548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callout</a:t>
            </a:r>
            <a:endParaRPr lang="en-GB"/>
          </a:p>
        </p:txBody>
      </p:sp>
    </p:spTree>
  </p:cSld>
  <p:clrMapOvr>
    <a:masterClrMapping/>
  </p:clrMapOvr>
</p:sldLayout>
</file>

<file path=ppt/slideLayouts/slideLayout73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Timeline slide">
  <p:cSld name="Timelin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685800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2885846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5085893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7285939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5" name="Body content 14"/>
          <p:cNvSpPr>
            <a:spLocks noGrp="1"/>
          </p:cNvSpPr>
          <p:nvPr>
            <p:ph idx="14" type="body"/>
          </p:nvPr>
        </p:nvSpPr>
        <p:spPr>
          <a:xfrm>
            <a:off x="9485986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74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Roadmap slide">
  <p:cSld name="Roadmap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685800" y="1463040"/>
            <a:ext cx="3483864" cy="44348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4352544" y="1463040"/>
            <a:ext cx="3483864" cy="44348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8019288" y="1463040"/>
            <a:ext cx="3483864" cy="44348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75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Horizontal-process slide">
  <p:cSld name="Horizontal-proces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685800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2885846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5085893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7285939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5" name="Body content 14"/>
          <p:cNvSpPr>
            <a:spLocks noGrp="1"/>
          </p:cNvSpPr>
          <p:nvPr>
            <p:ph idx="14" type="body"/>
          </p:nvPr>
        </p:nvSpPr>
        <p:spPr>
          <a:xfrm>
            <a:off x="9485986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76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Vertical-process slide">
  <p:cSld name="Vertical-proces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1005840" y="1325880"/>
            <a:ext cx="10149840" cy="110413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1005840" y="2558034"/>
            <a:ext cx="10149840" cy="110413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1005840" y="3790188"/>
            <a:ext cx="10149840" cy="110413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1005840" y="5022342"/>
            <a:ext cx="10149840" cy="110413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77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Chevron-process slide">
  <p:cSld name="Chevron-proces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685800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2885846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5085893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7285939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5" name="Body content 14"/>
          <p:cNvSpPr>
            <a:spLocks noGrp="1"/>
          </p:cNvSpPr>
          <p:nvPr>
            <p:ph idx="14" type="body"/>
          </p:nvPr>
        </p:nvSpPr>
        <p:spPr>
          <a:xfrm>
            <a:off x="9485986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78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Circular-process slide">
  <p:cSld name="Circular-proces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4663440" y="2514600"/>
            <a:ext cx="2880360" cy="12801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1097280" y="1508760"/>
            <a:ext cx="2743200" cy="1143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8366760" y="1508760"/>
            <a:ext cx="2743200" cy="1143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1097280" y="4389120"/>
            <a:ext cx="2743200" cy="1143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5" name="Body content 14"/>
          <p:cNvSpPr>
            <a:spLocks noGrp="1"/>
          </p:cNvSpPr>
          <p:nvPr>
            <p:ph idx="14" type="body"/>
          </p:nvPr>
        </p:nvSpPr>
        <p:spPr>
          <a:xfrm>
            <a:off x="8366760" y="4389120"/>
            <a:ext cx="2743200" cy="1143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79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Process-funnel slide">
  <p:cSld name="Process-funne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1828800" y="1325880"/>
            <a:ext cx="8503920" cy="110413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1828800" y="2558034"/>
            <a:ext cx="8503920" cy="110413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1828800" y="3790188"/>
            <a:ext cx="8503920" cy="110413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1828800" y="5022342"/>
            <a:ext cx="8503920" cy="110413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80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Swimlane-process slide">
  <p:cSld name="Swimlane-proces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822960" y="1325880"/>
            <a:ext cx="10561320" cy="1514856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822960" y="2968752"/>
            <a:ext cx="10561320" cy="1514856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822960" y="4611624"/>
            <a:ext cx="10561320" cy="1514856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81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Workflow or decision-flow slide">
  <p:cSld name="Workflow or decision-flow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822960" y="2423160"/>
            <a:ext cx="2057400" cy="12344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3429000" y="2423160"/>
            <a:ext cx="2057400" cy="12344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6035040" y="2423160"/>
            <a:ext cx="2057400" cy="12344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8641080" y="1508760"/>
            <a:ext cx="2148840" cy="12344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5" name="Body content 14"/>
          <p:cNvSpPr>
            <a:spLocks noGrp="1"/>
          </p:cNvSpPr>
          <p:nvPr>
            <p:ph idx="14" type="body"/>
          </p:nvPr>
        </p:nvSpPr>
        <p:spPr>
          <a:xfrm>
            <a:off x="8641080" y="4160520"/>
            <a:ext cx="2148840" cy="12344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82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Customer-journey slide">
  <p:cSld name="Customer-journe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685800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2885846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5085893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7285939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5" name="Body content 14"/>
          <p:cNvSpPr>
            <a:spLocks noGrp="1"/>
          </p:cNvSpPr>
          <p:nvPr>
            <p:ph idx="14" type="body"/>
          </p:nvPr>
        </p:nvSpPr>
        <p:spPr>
          <a:xfrm>
            <a:off x="9485986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83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Lifecycle slide">
  <p:cSld name="Lifecyc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685800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2885846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5085893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7285939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5" name="Body content 14"/>
          <p:cNvSpPr>
            <a:spLocks noGrp="1"/>
          </p:cNvSpPr>
          <p:nvPr>
            <p:ph idx="14" type="body"/>
          </p:nvPr>
        </p:nvSpPr>
        <p:spPr>
          <a:xfrm>
            <a:off x="9485986" y="1874520"/>
            <a:ext cx="2017166" cy="342900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84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Organizational-chart slide">
  <p:cSld name="Organizational-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4663440" y="1371600"/>
            <a:ext cx="2834640" cy="10515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1234440" y="2926080"/>
            <a:ext cx="2834640" cy="10515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4663440" y="2926080"/>
            <a:ext cx="2834640" cy="10515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8092440" y="2926080"/>
            <a:ext cx="2834640" cy="10515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5" name="Body content 14"/>
          <p:cNvSpPr>
            <a:spLocks noGrp="1"/>
          </p:cNvSpPr>
          <p:nvPr>
            <p:ph idx="14" type="body"/>
          </p:nvPr>
        </p:nvSpPr>
        <p:spPr>
          <a:xfrm>
            <a:off x="2926080" y="4572000"/>
            <a:ext cx="2834640" cy="10515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6" name="Body content 15"/>
          <p:cNvSpPr>
            <a:spLocks noGrp="1"/>
          </p:cNvSpPr>
          <p:nvPr>
            <p:ph idx="15" type="body"/>
          </p:nvPr>
        </p:nvSpPr>
        <p:spPr>
          <a:xfrm>
            <a:off x="6446520" y="4572000"/>
            <a:ext cx="2834640" cy="105156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85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Ecosystem or network slide">
  <p:cSld name="Ecosystem or networ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4572000" y="2423160"/>
            <a:ext cx="3017520" cy="13258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822960" y="1325880"/>
            <a:ext cx="2743200" cy="10972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8595360" y="1325880"/>
            <a:ext cx="2743200" cy="10972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822960" y="4617720"/>
            <a:ext cx="2743200" cy="10972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5" name="Body content 14"/>
          <p:cNvSpPr>
            <a:spLocks noGrp="1"/>
          </p:cNvSpPr>
          <p:nvPr>
            <p:ph idx="14" type="body"/>
          </p:nvPr>
        </p:nvSpPr>
        <p:spPr>
          <a:xfrm>
            <a:off x="8595360" y="4617720"/>
            <a:ext cx="2743200" cy="10972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86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Hierarchy or pyramid slide">
  <p:cSld name="Hierarchy or pyrami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1828800" y="1325880"/>
            <a:ext cx="8503920" cy="110413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1828800" y="2558034"/>
            <a:ext cx="8503920" cy="110413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1828800" y="3790188"/>
            <a:ext cx="8503920" cy="110413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1828800" y="5022342"/>
            <a:ext cx="8503920" cy="1104138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87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Matrix slide">
  <p:cSld name="Matrix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868680" y="1417320"/>
            <a:ext cx="5029200" cy="21488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6263640" y="1417320"/>
            <a:ext cx="5029200" cy="21488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868680" y="3840480"/>
            <a:ext cx="5029200" cy="21488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6263640" y="3840480"/>
            <a:ext cx="5029200" cy="21488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88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Basic table slide">
  <p:cSld name="Basic tab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Table 10"/>
          <p:cNvSpPr>
            <a:spLocks noGrp="1"/>
          </p:cNvSpPr>
          <p:nvPr>
            <p:ph idx="10" type="tbl"/>
          </p:nvPr>
        </p:nvSpPr>
        <p:spPr>
          <a:xfrm>
            <a:off x="685800" y="1325880"/>
            <a:ext cx="10817352" cy="48920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table</a:t>
            </a:r>
            <a:endParaRPr lang="en-GB"/>
          </a:p>
        </p:txBody>
      </p:sp>
    </p:spTree>
  </p:cSld>
  <p:clrMapOvr>
    <a:masterClrMapping/>
  </p:clrMapOvr>
</p:sldLayout>
</file>

<file path=ppt/slideLayouts/slideLayout89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Comparison-table slide">
  <p:cSld name="Comparison-tab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Table 10"/>
          <p:cNvSpPr>
            <a:spLocks noGrp="1"/>
          </p:cNvSpPr>
          <p:nvPr>
            <p:ph idx="10" type="tbl"/>
          </p:nvPr>
        </p:nvSpPr>
        <p:spPr>
          <a:xfrm>
            <a:off x="685800" y="1325880"/>
            <a:ext cx="10817352" cy="48920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table</a:t>
            </a:r>
            <a:endParaRPr lang="en-GB"/>
          </a:p>
        </p:txBody>
      </p:sp>
    </p:spTree>
  </p:cSld>
  <p:clrMapOvr>
    <a:masterClrMapping/>
  </p:clrMapOvr>
</p:sldLayout>
</file>

<file path=ppt/slideLayouts/slideLayout90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Financial-table slide">
  <p:cSld name="Financial-tab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Table 10"/>
          <p:cNvSpPr>
            <a:spLocks noGrp="1"/>
          </p:cNvSpPr>
          <p:nvPr>
            <p:ph idx="10" type="tbl"/>
          </p:nvPr>
        </p:nvSpPr>
        <p:spPr>
          <a:xfrm>
            <a:off x="685800" y="1325880"/>
            <a:ext cx="10817352" cy="48920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table</a:t>
            </a:r>
            <a:endParaRPr lang="en-GB"/>
          </a:p>
        </p:txBody>
      </p:sp>
    </p:spTree>
  </p:cSld>
  <p:clrMapOvr>
    <a:masterClrMapping/>
  </p:clrMapOvr>
</p:sldLayout>
</file>

<file path=ppt/slideLayouts/slideLayout91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Project-plan or Gantt slide">
  <p:cSld name="Project-plan or Gant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Table 10"/>
          <p:cNvSpPr>
            <a:spLocks noGrp="1"/>
          </p:cNvSpPr>
          <p:nvPr>
            <p:ph idx="10" type="tbl"/>
          </p:nvPr>
        </p:nvSpPr>
        <p:spPr>
          <a:xfrm>
            <a:off x="685800" y="1325880"/>
            <a:ext cx="10817352" cy="48920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table</a:t>
            </a:r>
            <a:endParaRPr lang="en-GB"/>
          </a:p>
        </p:txBody>
      </p:sp>
    </p:spTree>
  </p:cSld>
  <p:clrMapOvr>
    <a:masterClrMapping/>
  </p:clrMapOvr>
</p:sldLayout>
</file>

<file path=ppt/slideLayouts/slideLayout92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Calendar or schedule slide">
  <p:cSld name="Calendar or schedu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Table 10"/>
          <p:cNvSpPr>
            <a:spLocks noGrp="1"/>
          </p:cNvSpPr>
          <p:nvPr>
            <p:ph idx="10" type="tbl"/>
          </p:nvPr>
        </p:nvSpPr>
        <p:spPr>
          <a:xfrm>
            <a:off x="685800" y="1325880"/>
            <a:ext cx="10817352" cy="48920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table</a:t>
            </a:r>
            <a:endParaRPr lang="en-GB"/>
          </a:p>
        </p:txBody>
      </p:sp>
    </p:spTree>
  </p:cSld>
  <p:clrMapOvr>
    <a:masterClrMapping/>
  </p:clrMapOvr>
</p:sldLayout>
</file>

<file path=ppt/slideLayouts/slideLayout93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RACI slide">
  <p:cSld name="RACI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Table 10"/>
          <p:cNvSpPr>
            <a:spLocks noGrp="1"/>
          </p:cNvSpPr>
          <p:nvPr>
            <p:ph idx="10" type="tbl"/>
          </p:nvPr>
        </p:nvSpPr>
        <p:spPr>
          <a:xfrm>
            <a:off x="685800" y="1325880"/>
            <a:ext cx="10817352" cy="48920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table</a:t>
            </a:r>
            <a:endParaRPr lang="en-GB"/>
          </a:p>
        </p:txBody>
      </p:sp>
    </p:spTree>
  </p:cSld>
  <p:clrMapOvr>
    <a:masterClrMapping/>
  </p:clrMapOvr>
</p:sldLayout>
</file>

<file path=ppt/slideLayouts/slideLayout94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Risk-register slide">
  <p:cSld name="Risk-regist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Table 10"/>
          <p:cNvSpPr>
            <a:spLocks noGrp="1"/>
          </p:cNvSpPr>
          <p:nvPr>
            <p:ph idx="10" type="tbl"/>
          </p:nvPr>
        </p:nvSpPr>
        <p:spPr>
          <a:xfrm>
            <a:off x="685800" y="1325880"/>
            <a:ext cx="10817352" cy="48920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table</a:t>
            </a:r>
            <a:endParaRPr lang="en-GB"/>
          </a:p>
        </p:txBody>
      </p:sp>
    </p:spTree>
  </p:cSld>
  <p:clrMapOvr>
    <a:masterClrMapping/>
  </p:clrMapOvr>
</p:sldLayout>
</file>

<file path=ppt/slideLayouts/slideLayout95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Issue, action and status tracker">
  <p:cSld name="Issue, action and status trac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Table 10"/>
          <p:cNvSpPr>
            <a:spLocks noGrp="1"/>
          </p:cNvSpPr>
          <p:nvPr>
            <p:ph idx="10" type="tbl"/>
          </p:nvPr>
        </p:nvSpPr>
        <p:spPr>
          <a:xfrm>
            <a:off x="685800" y="1325880"/>
            <a:ext cx="10817352" cy="48920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table</a:t>
            </a:r>
            <a:endParaRPr lang="en-GB"/>
          </a:p>
        </p:txBody>
      </p:sp>
    </p:spTree>
  </p:cSld>
  <p:clrMapOvr>
    <a:masterClrMapping/>
  </p:clrMapOvr>
</p:sldLayout>
</file>

<file path=ppt/slideLayouts/slideLayout96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Next-steps slide">
  <p:cSld name="Next-steps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685800" y="1600200"/>
            <a:ext cx="2567178" cy="42976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2" name="Body content 11"/>
          <p:cNvSpPr>
            <a:spLocks noGrp="1"/>
          </p:cNvSpPr>
          <p:nvPr>
            <p:ph idx="11" type="body"/>
          </p:nvPr>
        </p:nvSpPr>
        <p:spPr>
          <a:xfrm>
            <a:off x="3435858" y="1600200"/>
            <a:ext cx="2567178" cy="42976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3" name="Body content 12"/>
          <p:cNvSpPr>
            <a:spLocks noGrp="1"/>
          </p:cNvSpPr>
          <p:nvPr>
            <p:ph idx="12" type="body"/>
          </p:nvPr>
        </p:nvSpPr>
        <p:spPr>
          <a:xfrm>
            <a:off x="6185916" y="1600200"/>
            <a:ext cx="2567178" cy="42976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  <p:sp>
        <p:nvSpPr>
          <p:cNvPr id="14" name="Body content 13"/>
          <p:cNvSpPr>
            <a:spLocks noGrp="1"/>
          </p:cNvSpPr>
          <p:nvPr>
            <p:ph idx="13" type="body"/>
          </p:nvPr>
        </p:nvSpPr>
        <p:spPr>
          <a:xfrm>
            <a:off x="8935974" y="1600200"/>
            <a:ext cx="2567178" cy="42976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97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Q&amp;A slide">
  <p:cSld name="Q&amp;A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914400" y="2103120"/>
            <a:ext cx="10332720" cy="164592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</p:spTree>
  </p:cSld>
  <p:clrMapOvr>
    <a:masterClrMapping/>
  </p:clrMapOvr>
</p:sldLayout>
</file>

<file path=ppt/slideLayouts/slideLayout98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Thank-you and contact slide">
  <p:cSld name="Thank-you and contac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868680" y="1828800"/>
            <a:ext cx="9875520" cy="118872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896112" y="3337560"/>
            <a:ext cx="6858000" cy="109728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99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Sources, notes and legal slide">
  <p:cSld name="Sources, notes and lega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 rule"/>
          <p:cNvSpPr/>
          <p:nvPr/>
        </p:nvSpPr>
        <p:spPr>
          <a:xfrm>
            <a:off x="685800" y="1115568"/>
            <a:ext cx="1005840" cy="54864"/>
          </a:xfrm>
          <a:prstGeom prst="rect">
            <a:avLst/>
          </a:prstGeom>
          <a:solidFill>
            <a:srgbClr val="2F80ED"/>
          </a:solidFill>
          <a:ln>
            <a:noFill/>
          </a:ln>
        </p:spPr>
        <p:txBody>
          <a:bodyPr/>
          <a:lstStyle/>
          <a:p/>
        </p:txBody>
      </p:sp>
      <p:sp>
        <p:nvSpPr>
          <p:cNvPr id="10" name="Title 0"/>
          <p:cNvSpPr>
            <a:spLocks noGrp="1"/>
          </p:cNvSpPr>
          <p:nvPr>
            <p:ph idx="0" type="title"/>
          </p:nvPr>
        </p:nvSpPr>
        <p:spPr>
          <a:xfrm>
            <a:off x="685800" y="365760"/>
            <a:ext cx="10835640" cy="640080"/>
          </a:xfrm>
          <a:prstGeom prst="rect">
            <a:avLst/>
          </a:prstGeom>
        </p:spPr>
        <p:txBody>
          <a:bodyPr lIns="91440" rIns="91440" tIns="45720" bIns="45720" anchor="ctr"/>
          <a:lstStyle/>
          <a:p>
            <a:r>
              <a:rPr lang="en-GB"/>
              <a:t>Click to add title</a:t>
            </a:r>
            <a:endParaRPr lang="en-GB"/>
          </a:p>
        </p:txBody>
      </p:sp>
      <p:sp>
        <p:nvSpPr>
          <p:cNvPr id="11" name="Body content 10"/>
          <p:cNvSpPr>
            <a:spLocks noGrp="1"/>
          </p:cNvSpPr>
          <p:nvPr>
            <p:ph idx="10" type="body"/>
          </p:nvPr>
        </p:nvSpPr>
        <p:spPr>
          <a:xfrm>
            <a:off x="777240" y="1371600"/>
            <a:ext cx="10515600" cy="4663440"/>
          </a:xfrm>
          <a:prstGeom prst="rect">
            <a:avLst/>
          </a:prstGeom>
        </p:spPr>
        <p:txBody>
          <a:bodyPr lIns="91440" rIns="91440" tIns="45720" bIns="45720"/>
          <a:lstStyle/>
          <a:p>
            <a:r>
              <a:rPr lang="en-GB"/>
              <a:t>Click to add body content</a:t>
            </a:r>
            <a:endParaRPr lang="en-GB"/>
          </a:p>
        </p:txBody>
      </p:sp>
    </p:spTree>
  </p:cSld>
  <p:clrMapOvr>
    <a:masterClrMapping/>
  </p:clrMapOvr>
</p:sldLayout>
</file>

<file path=ppt/slideLayouts/slideLayout100.xml><?xml version="1.0" encoding="utf-8"?>
<p:sldLayout xmlns:p="http://schemas.openxmlformats.org/presentationml/2006/main" xmlns:a="http://schemas.openxmlformats.org/drawingml/2006/main" xmlns:r="http://schemas.openxmlformats.org/officeDocument/2006/relationships" type="cust" preserve="1" matchingName="Blank branded canvas">
  <p:cSld name="Blank branded canv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00" Type="http://schemas.openxmlformats.org/officeDocument/2006/relationships/slideLayout" Target="../slideLayouts/slideLayout10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21" Type="http://schemas.openxmlformats.org/officeDocument/2006/relationships/slideLayout" Target="../slideLayouts/slideLayout21.xml"/><Relationship Id="rIdLayout22" Type="http://schemas.openxmlformats.org/officeDocument/2006/relationships/slideLayout" Target="../slideLayouts/slideLayout22.xml"/><Relationship Id="rIdLayout23" Type="http://schemas.openxmlformats.org/officeDocument/2006/relationships/slideLayout" Target="../slideLayouts/slideLayout23.xml"/><Relationship Id="rIdLayout24" Type="http://schemas.openxmlformats.org/officeDocument/2006/relationships/slideLayout" Target="../slideLayouts/slideLayout24.xml"/><Relationship Id="rIdLayout25" Type="http://schemas.openxmlformats.org/officeDocument/2006/relationships/slideLayout" Target="../slideLayouts/slideLayout25.xml"/><Relationship Id="rIdLayout26" Type="http://schemas.openxmlformats.org/officeDocument/2006/relationships/slideLayout" Target="../slideLayouts/slideLayout26.xml"/><Relationship Id="rIdLayout27" Type="http://schemas.openxmlformats.org/officeDocument/2006/relationships/slideLayout" Target="../slideLayouts/slideLayout27.xml"/><Relationship Id="rIdLayout28" Type="http://schemas.openxmlformats.org/officeDocument/2006/relationships/slideLayout" Target="../slideLayouts/slideLayout28.xml"/><Relationship Id="rIdLayout29" Type="http://schemas.openxmlformats.org/officeDocument/2006/relationships/slideLayout" Target="../slideLayouts/slideLayout29.xml"/><Relationship Id="rIdLayout3" Type="http://schemas.openxmlformats.org/officeDocument/2006/relationships/slideLayout" Target="../slideLayouts/slideLayout3.xml"/><Relationship Id="rIdLayout30" Type="http://schemas.openxmlformats.org/officeDocument/2006/relationships/slideLayout" Target="../slideLayouts/slideLayout30.xml"/><Relationship Id="rIdLayout31" Type="http://schemas.openxmlformats.org/officeDocument/2006/relationships/slideLayout" Target="../slideLayouts/slideLayout31.xml"/><Relationship Id="rIdLayout32" Type="http://schemas.openxmlformats.org/officeDocument/2006/relationships/slideLayout" Target="../slideLayouts/slideLayout32.xml"/><Relationship Id="rIdLayout33" Type="http://schemas.openxmlformats.org/officeDocument/2006/relationships/slideLayout" Target="../slideLayouts/slideLayout33.xml"/><Relationship Id="rIdLayout34" Type="http://schemas.openxmlformats.org/officeDocument/2006/relationships/slideLayout" Target="../slideLayouts/slideLayout34.xml"/><Relationship Id="rIdLayout35" Type="http://schemas.openxmlformats.org/officeDocument/2006/relationships/slideLayout" Target="../slideLayouts/slideLayout35.xml"/><Relationship Id="rIdLayout36" Type="http://schemas.openxmlformats.org/officeDocument/2006/relationships/slideLayout" Target="../slideLayouts/slideLayout36.xml"/><Relationship Id="rIdLayout37" Type="http://schemas.openxmlformats.org/officeDocument/2006/relationships/slideLayout" Target="../slideLayouts/slideLayout37.xml"/><Relationship Id="rIdLayout38" Type="http://schemas.openxmlformats.org/officeDocument/2006/relationships/slideLayout" Target="../slideLayouts/slideLayout38.xml"/><Relationship Id="rIdLayout39" Type="http://schemas.openxmlformats.org/officeDocument/2006/relationships/slideLayout" Target="../slideLayouts/slideLayout39.xml"/><Relationship Id="rIdLayout4" Type="http://schemas.openxmlformats.org/officeDocument/2006/relationships/slideLayout" Target="../slideLayouts/slideLayout4.xml"/><Relationship Id="rIdLayout40" Type="http://schemas.openxmlformats.org/officeDocument/2006/relationships/slideLayout" Target="../slideLayouts/slideLayout40.xml"/><Relationship Id="rIdLayout41" Type="http://schemas.openxmlformats.org/officeDocument/2006/relationships/slideLayout" Target="../slideLayouts/slideLayout41.xml"/><Relationship Id="rIdLayout42" Type="http://schemas.openxmlformats.org/officeDocument/2006/relationships/slideLayout" Target="../slideLayouts/slideLayout42.xml"/><Relationship Id="rIdLayout43" Type="http://schemas.openxmlformats.org/officeDocument/2006/relationships/slideLayout" Target="../slideLayouts/slideLayout43.xml"/><Relationship Id="rIdLayout44" Type="http://schemas.openxmlformats.org/officeDocument/2006/relationships/slideLayout" Target="../slideLayouts/slideLayout44.xml"/><Relationship Id="rIdLayout45" Type="http://schemas.openxmlformats.org/officeDocument/2006/relationships/slideLayout" Target="../slideLayouts/slideLayout45.xml"/><Relationship Id="rIdLayout46" Type="http://schemas.openxmlformats.org/officeDocument/2006/relationships/slideLayout" Target="../slideLayouts/slideLayout46.xml"/><Relationship Id="rIdLayout47" Type="http://schemas.openxmlformats.org/officeDocument/2006/relationships/slideLayout" Target="../slideLayouts/slideLayout47.xml"/><Relationship Id="rIdLayout48" Type="http://schemas.openxmlformats.org/officeDocument/2006/relationships/slideLayout" Target="../slideLayouts/slideLayout48.xml"/><Relationship Id="rIdLayout49" Type="http://schemas.openxmlformats.org/officeDocument/2006/relationships/slideLayout" Target="../slideLayouts/slideLayout49.xml"/><Relationship Id="rIdLayout5" Type="http://schemas.openxmlformats.org/officeDocument/2006/relationships/slideLayout" Target="../slideLayouts/slideLayout5.xml"/><Relationship Id="rIdLayout50" Type="http://schemas.openxmlformats.org/officeDocument/2006/relationships/slideLayout" Target="../slideLayouts/slideLayout50.xml"/><Relationship Id="rIdLayout51" Type="http://schemas.openxmlformats.org/officeDocument/2006/relationships/slideLayout" Target="../slideLayouts/slideLayout51.xml"/><Relationship Id="rIdLayout52" Type="http://schemas.openxmlformats.org/officeDocument/2006/relationships/slideLayout" Target="../slideLayouts/slideLayout52.xml"/><Relationship Id="rIdLayout53" Type="http://schemas.openxmlformats.org/officeDocument/2006/relationships/slideLayout" Target="../slideLayouts/slideLayout53.xml"/><Relationship Id="rIdLayout54" Type="http://schemas.openxmlformats.org/officeDocument/2006/relationships/slideLayout" Target="../slideLayouts/slideLayout54.xml"/><Relationship Id="rIdLayout55" Type="http://schemas.openxmlformats.org/officeDocument/2006/relationships/slideLayout" Target="../slideLayouts/slideLayout55.xml"/><Relationship Id="rIdLayout56" Type="http://schemas.openxmlformats.org/officeDocument/2006/relationships/slideLayout" Target="../slideLayouts/slideLayout56.xml"/><Relationship Id="rIdLayout57" Type="http://schemas.openxmlformats.org/officeDocument/2006/relationships/slideLayout" Target="../slideLayouts/slideLayout57.xml"/><Relationship Id="rIdLayout58" Type="http://schemas.openxmlformats.org/officeDocument/2006/relationships/slideLayout" Target="../slideLayouts/slideLayout58.xml"/><Relationship Id="rIdLayout59" Type="http://schemas.openxmlformats.org/officeDocument/2006/relationships/slideLayout" Target="../slideLayouts/slideLayout59.xml"/><Relationship Id="rIdLayout6" Type="http://schemas.openxmlformats.org/officeDocument/2006/relationships/slideLayout" Target="../slideLayouts/slideLayout6.xml"/><Relationship Id="rIdLayout60" Type="http://schemas.openxmlformats.org/officeDocument/2006/relationships/slideLayout" Target="../slideLayouts/slideLayout60.xml"/><Relationship Id="rIdLayout61" Type="http://schemas.openxmlformats.org/officeDocument/2006/relationships/slideLayout" Target="../slideLayouts/slideLayout61.xml"/><Relationship Id="rIdLayout62" Type="http://schemas.openxmlformats.org/officeDocument/2006/relationships/slideLayout" Target="../slideLayouts/slideLayout62.xml"/><Relationship Id="rIdLayout63" Type="http://schemas.openxmlformats.org/officeDocument/2006/relationships/slideLayout" Target="../slideLayouts/slideLayout63.xml"/><Relationship Id="rIdLayout64" Type="http://schemas.openxmlformats.org/officeDocument/2006/relationships/slideLayout" Target="../slideLayouts/slideLayout64.xml"/><Relationship Id="rIdLayout65" Type="http://schemas.openxmlformats.org/officeDocument/2006/relationships/slideLayout" Target="../slideLayouts/slideLayout65.xml"/><Relationship Id="rIdLayout66" Type="http://schemas.openxmlformats.org/officeDocument/2006/relationships/slideLayout" Target="../slideLayouts/slideLayout66.xml"/><Relationship Id="rIdLayout67" Type="http://schemas.openxmlformats.org/officeDocument/2006/relationships/slideLayout" Target="../slideLayouts/slideLayout67.xml"/><Relationship Id="rIdLayout68" Type="http://schemas.openxmlformats.org/officeDocument/2006/relationships/slideLayout" Target="../slideLayouts/slideLayout68.xml"/><Relationship Id="rIdLayout69" Type="http://schemas.openxmlformats.org/officeDocument/2006/relationships/slideLayout" Target="../slideLayouts/slideLayout69.xml"/><Relationship Id="rIdLayout7" Type="http://schemas.openxmlformats.org/officeDocument/2006/relationships/slideLayout" Target="../slideLayouts/slideLayout7.xml"/><Relationship Id="rIdLayout70" Type="http://schemas.openxmlformats.org/officeDocument/2006/relationships/slideLayout" Target="../slideLayouts/slideLayout70.xml"/><Relationship Id="rIdLayout71" Type="http://schemas.openxmlformats.org/officeDocument/2006/relationships/slideLayout" Target="../slideLayouts/slideLayout71.xml"/><Relationship Id="rIdLayout72" Type="http://schemas.openxmlformats.org/officeDocument/2006/relationships/slideLayout" Target="../slideLayouts/slideLayout72.xml"/><Relationship Id="rIdLayout73" Type="http://schemas.openxmlformats.org/officeDocument/2006/relationships/slideLayout" Target="../slideLayouts/slideLayout73.xml"/><Relationship Id="rIdLayout74" Type="http://schemas.openxmlformats.org/officeDocument/2006/relationships/slideLayout" Target="../slideLayouts/slideLayout74.xml"/><Relationship Id="rIdLayout75" Type="http://schemas.openxmlformats.org/officeDocument/2006/relationships/slideLayout" Target="../slideLayouts/slideLayout75.xml"/><Relationship Id="rIdLayout76" Type="http://schemas.openxmlformats.org/officeDocument/2006/relationships/slideLayout" Target="../slideLayouts/slideLayout76.xml"/><Relationship Id="rIdLayout77" Type="http://schemas.openxmlformats.org/officeDocument/2006/relationships/slideLayout" Target="../slideLayouts/slideLayout77.xml"/><Relationship Id="rIdLayout78" Type="http://schemas.openxmlformats.org/officeDocument/2006/relationships/slideLayout" Target="../slideLayouts/slideLayout78.xml"/><Relationship Id="rIdLayout79" Type="http://schemas.openxmlformats.org/officeDocument/2006/relationships/slideLayout" Target="../slideLayouts/slideLayout79.xml"/><Relationship Id="rIdLayout8" Type="http://schemas.openxmlformats.org/officeDocument/2006/relationships/slideLayout" Target="../slideLayouts/slideLayout8.xml"/><Relationship Id="rIdLayout80" Type="http://schemas.openxmlformats.org/officeDocument/2006/relationships/slideLayout" Target="../slideLayouts/slideLayout80.xml"/><Relationship Id="rIdLayout81" Type="http://schemas.openxmlformats.org/officeDocument/2006/relationships/slideLayout" Target="../slideLayouts/slideLayout81.xml"/><Relationship Id="rIdLayout82" Type="http://schemas.openxmlformats.org/officeDocument/2006/relationships/slideLayout" Target="../slideLayouts/slideLayout82.xml"/><Relationship Id="rIdLayout83" Type="http://schemas.openxmlformats.org/officeDocument/2006/relationships/slideLayout" Target="../slideLayouts/slideLayout83.xml"/><Relationship Id="rIdLayout84" Type="http://schemas.openxmlformats.org/officeDocument/2006/relationships/slideLayout" Target="../slideLayouts/slideLayout84.xml"/><Relationship Id="rIdLayout85" Type="http://schemas.openxmlformats.org/officeDocument/2006/relationships/slideLayout" Target="../slideLayouts/slideLayout85.xml"/><Relationship Id="rIdLayout86" Type="http://schemas.openxmlformats.org/officeDocument/2006/relationships/slideLayout" Target="../slideLayouts/slideLayout86.xml"/><Relationship Id="rIdLayout87" Type="http://schemas.openxmlformats.org/officeDocument/2006/relationships/slideLayout" Target="../slideLayouts/slideLayout87.xml"/><Relationship Id="rIdLayout88" Type="http://schemas.openxmlformats.org/officeDocument/2006/relationships/slideLayout" Target="../slideLayouts/slideLayout88.xml"/><Relationship Id="rIdLayout89" Type="http://schemas.openxmlformats.org/officeDocument/2006/relationships/slideLayout" Target="../slideLayouts/slideLayout89.xml"/><Relationship Id="rIdLayout9" Type="http://schemas.openxmlformats.org/officeDocument/2006/relationships/slideLayout" Target="../slideLayouts/slideLayout9.xml"/><Relationship Id="rIdLayout90" Type="http://schemas.openxmlformats.org/officeDocument/2006/relationships/slideLayout" Target="../slideLayouts/slideLayout90.xml"/><Relationship Id="rIdLayout91" Type="http://schemas.openxmlformats.org/officeDocument/2006/relationships/slideLayout" Target="../slideLayouts/slideLayout91.xml"/><Relationship Id="rIdLayout92" Type="http://schemas.openxmlformats.org/officeDocument/2006/relationships/slideLayout" Target="../slideLayouts/slideLayout92.xml"/><Relationship Id="rIdLayout93" Type="http://schemas.openxmlformats.org/officeDocument/2006/relationships/slideLayout" Target="../slideLayouts/slideLayout93.xml"/><Relationship Id="rIdLayout94" Type="http://schemas.openxmlformats.org/officeDocument/2006/relationships/slideLayout" Target="../slideLayouts/slideLayout94.xml"/><Relationship Id="rIdLayout95" Type="http://schemas.openxmlformats.org/officeDocument/2006/relationships/slideLayout" Target="../slideLayouts/slideLayout95.xml"/><Relationship Id="rIdLayout96" Type="http://schemas.openxmlformats.org/officeDocument/2006/relationships/slideLayout" Target="../slideLayouts/slideLayout96.xml"/><Relationship Id="rIdLayout97" Type="http://schemas.openxmlformats.org/officeDocument/2006/relationships/slideLayout" Target="../slideLayouts/slideLayout97.xml"/><Relationship Id="rIdLayout98" Type="http://schemas.openxmlformats.org/officeDocument/2006/relationships/slideLayout" Target="../slideLayouts/slideLayout98.xml"/><Relationship Id="rIdLayout99" Type="http://schemas.openxmlformats.org/officeDocument/2006/relationships/slideLayout" Target="../slideLayouts/slideLayout9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  <p:sldLayoutId id="2147483650" r:id="rIdLayout2"/>
    <p:sldLayoutId id="2147483651" r:id="rIdLayout3"/>
    <p:sldLayoutId id="2147483652" r:id="rIdLayout4"/>
    <p:sldLayoutId id="2147483653" r:id="rIdLayout5"/>
    <p:sldLayoutId id="2147483654" r:id="rIdLayout6"/>
    <p:sldLayoutId id="2147483655" r:id="rIdLayout7"/>
    <p:sldLayoutId id="2147483656" r:id="rIdLayout8"/>
    <p:sldLayoutId id="2147483657" r:id="rIdLayout9"/>
    <p:sldLayoutId id="2147483658" r:id="rIdLayout10"/>
    <p:sldLayoutId id="2147483659" r:id="rIdLayout11"/>
    <p:sldLayoutId id="2147483660" r:id="rIdLayout12"/>
    <p:sldLayoutId id="2147483661" r:id="rIdLayout13"/>
    <p:sldLayoutId id="2147483662" r:id="rIdLayout14"/>
    <p:sldLayoutId id="2147483663" r:id="rIdLayout15"/>
    <p:sldLayoutId id="2147483664" r:id="rIdLayout16"/>
    <p:sldLayoutId id="2147483665" r:id="rIdLayout17"/>
    <p:sldLayoutId id="2147483666" r:id="rIdLayout18"/>
    <p:sldLayoutId id="2147483667" r:id="rIdLayout19"/>
    <p:sldLayoutId id="2147483668" r:id="rIdLayout20"/>
    <p:sldLayoutId id="2147483669" r:id="rIdLayout21"/>
    <p:sldLayoutId id="2147483670" r:id="rIdLayout22"/>
    <p:sldLayoutId id="2147483671" r:id="rIdLayout23"/>
    <p:sldLayoutId id="2147483672" r:id="rIdLayout24"/>
    <p:sldLayoutId id="2147483673" r:id="rIdLayout25"/>
    <p:sldLayoutId id="2147483674" r:id="rIdLayout26"/>
    <p:sldLayoutId id="2147483675" r:id="rIdLayout27"/>
    <p:sldLayoutId id="2147483676" r:id="rIdLayout28"/>
    <p:sldLayoutId id="2147483677" r:id="rIdLayout29"/>
    <p:sldLayoutId id="2147483678" r:id="rIdLayout30"/>
    <p:sldLayoutId id="2147483679" r:id="rIdLayout31"/>
    <p:sldLayoutId id="2147483680" r:id="rIdLayout32"/>
    <p:sldLayoutId id="2147483681" r:id="rIdLayout33"/>
    <p:sldLayoutId id="2147483682" r:id="rIdLayout34"/>
    <p:sldLayoutId id="2147483683" r:id="rIdLayout35"/>
    <p:sldLayoutId id="2147483684" r:id="rIdLayout36"/>
    <p:sldLayoutId id="2147483685" r:id="rIdLayout37"/>
    <p:sldLayoutId id="2147483686" r:id="rIdLayout38"/>
    <p:sldLayoutId id="2147483687" r:id="rIdLayout39"/>
    <p:sldLayoutId id="2147483688" r:id="rIdLayout40"/>
    <p:sldLayoutId id="2147483689" r:id="rIdLayout41"/>
    <p:sldLayoutId id="2147483690" r:id="rIdLayout42"/>
    <p:sldLayoutId id="2147483691" r:id="rIdLayout43"/>
    <p:sldLayoutId id="2147483692" r:id="rIdLayout44"/>
    <p:sldLayoutId id="2147483693" r:id="rIdLayout45"/>
    <p:sldLayoutId id="2147483694" r:id="rIdLayout46"/>
    <p:sldLayoutId id="2147483695" r:id="rIdLayout47"/>
    <p:sldLayoutId id="2147483696" r:id="rIdLayout48"/>
    <p:sldLayoutId id="2147483697" r:id="rIdLayout49"/>
    <p:sldLayoutId id="2147483698" r:id="rIdLayout50"/>
    <p:sldLayoutId id="2147483699" r:id="rIdLayout51"/>
    <p:sldLayoutId id="2147483700" r:id="rIdLayout52"/>
    <p:sldLayoutId id="2147483701" r:id="rIdLayout53"/>
    <p:sldLayoutId id="2147483702" r:id="rIdLayout54"/>
    <p:sldLayoutId id="2147483703" r:id="rIdLayout55"/>
    <p:sldLayoutId id="2147483704" r:id="rIdLayout56"/>
    <p:sldLayoutId id="2147483705" r:id="rIdLayout57"/>
    <p:sldLayoutId id="2147483706" r:id="rIdLayout58"/>
    <p:sldLayoutId id="2147483707" r:id="rIdLayout59"/>
    <p:sldLayoutId id="2147483708" r:id="rIdLayout60"/>
    <p:sldLayoutId id="2147483709" r:id="rIdLayout61"/>
    <p:sldLayoutId id="2147483710" r:id="rIdLayout62"/>
    <p:sldLayoutId id="2147483711" r:id="rIdLayout63"/>
    <p:sldLayoutId id="2147483712" r:id="rIdLayout64"/>
    <p:sldLayoutId id="2147483713" r:id="rIdLayout65"/>
    <p:sldLayoutId id="2147483714" r:id="rIdLayout66"/>
    <p:sldLayoutId id="2147483715" r:id="rIdLayout67"/>
    <p:sldLayoutId id="2147483716" r:id="rIdLayout68"/>
    <p:sldLayoutId id="2147483717" r:id="rIdLayout69"/>
    <p:sldLayoutId id="2147483718" r:id="rIdLayout70"/>
    <p:sldLayoutId id="2147483719" r:id="rIdLayout71"/>
    <p:sldLayoutId id="2147483720" r:id="rIdLayout72"/>
    <p:sldLayoutId id="2147483721" r:id="rIdLayout73"/>
    <p:sldLayoutId id="2147483722" r:id="rIdLayout74"/>
    <p:sldLayoutId id="2147483723" r:id="rIdLayout75"/>
    <p:sldLayoutId id="2147483724" r:id="rIdLayout76"/>
    <p:sldLayoutId id="2147483725" r:id="rIdLayout77"/>
    <p:sldLayoutId id="2147483726" r:id="rIdLayout78"/>
    <p:sldLayoutId id="2147483727" r:id="rIdLayout79"/>
    <p:sldLayoutId id="2147483728" r:id="rIdLayout80"/>
    <p:sldLayoutId id="2147483729" r:id="rIdLayout81"/>
    <p:sldLayoutId id="2147483730" r:id="rIdLayout82"/>
    <p:sldLayoutId id="2147483731" r:id="rIdLayout83"/>
    <p:sldLayoutId id="2147483732" r:id="rIdLayout84"/>
    <p:sldLayoutId id="2147483733" r:id="rIdLayout85"/>
    <p:sldLayoutId id="2147483734" r:id="rIdLayout86"/>
    <p:sldLayoutId id="2147483735" r:id="rIdLayout87"/>
    <p:sldLayoutId id="2147483736" r:id="rIdLayout88"/>
    <p:sldLayoutId id="2147483737" r:id="rIdLayout89"/>
    <p:sldLayoutId id="2147483738" r:id="rIdLayout90"/>
    <p:sldLayoutId id="2147483739" r:id="rIdLayout91"/>
    <p:sldLayoutId id="2147483740" r:id="rIdLayout92"/>
    <p:sldLayoutId id="2147483741" r:id="rIdLayout93"/>
    <p:sldLayoutId id="2147483742" r:id="rIdLayout94"/>
    <p:sldLayoutId id="2147483743" r:id="rIdLayout95"/>
    <p:sldLayoutId id="2147483744" r:id="rIdLayout96"/>
    <p:sldLayoutId id="2147483745" r:id="rIdLayout97"/>
    <p:sldLayoutId id="2147483746" r:id="rIdLayout98"/>
    <p:sldLayoutId id="2147483747" r:id="rIdLayout99"/>
    <p:sldLayoutId id="2147483748" r:id="rIdLayout100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chart" Target="../charts/char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0.xml"/><Relationship Id="rId2" Type="http://schemas.openxmlformats.org/officeDocument/2006/relationships/chart" Target="../charts/char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chart" Target="../charts/chart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chart" Target="../charts/char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chart" Target="../charts/char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chart" Target="../charts/char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chart" Target="../charts/char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chart" Target="../charts/chart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chart" Target="../charts/chart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chart" Target="../charts/chart1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chart" Target="../charts/chart1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chart" Target="../charts/chart1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chart" Target="../charts/chart1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chart" Target="../charts/chart1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chart" Target="../charts/chart1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4.xml"/><Relationship Id="rId2" Type="http://schemas.openxmlformats.org/officeDocument/2006/relationships/chart" Target="../charts/chart1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chart" Target="../charts/chart1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chart" Target="../charts/chart18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chart" Target="../charts/chart1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2.xml"/><Relationship Id="rId2" Type="http://schemas.openxmlformats.org/officeDocument/2006/relationships/chart" Target="../charts/chart20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Plain fallback layout catalog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100 reusable layouts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Opt-in fallback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placeholder.png"/>
          <p:cNvPicPr>
            <a:picLocks noGrp="1" noChangeAspect="1"/>
          </p:cNvPicPr>
          <p:nvPr>
            <p:ph type="pic" idx="10"/>
          </p:nvPr>
        </p:nvPicPr>
        <p:blipFill>
          <a:blip r:embed="rId2"/>
          <a:srcRect l="1" r="1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FFFFFF"/>
                </a:solidFill>
                <a:latin typeface="Aptos"/>
              </a:rPr>
              <a:t>Hero-image title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FFFFFF"/>
                </a:solidFill>
                <a:latin typeface="Aptos"/>
              </a:rPr>
              <a:t>Presenter name · Role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placeholder.png"/>
          <p:cNvPicPr>
            <a:picLocks noGrp="1" noChangeAspect="1"/>
          </p:cNvPicPr>
          <p:nvPr>
            <p:ph type="pic" idx="10"/>
          </p:nvPr>
        </p:nvPicPr>
        <p:blipFill>
          <a:blip r:embed="rId2"/>
          <a:srcRect l="27500" r="27500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Split-panel title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Presenter name · Role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27 August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Minimal title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Presenter name · Role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27 August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Event or webinar title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Presenter name · Role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27 August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Agenda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1  Context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2  Evidence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3  Decision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4  Actions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Agenda with progress indicator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1  Context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2  Evidence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3  Decision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4  Actions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Current section: Evidence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Standard section divider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placeholder.png"/>
          <p:cNvPicPr>
            <a:picLocks noGrp="1" noChangeAspect="1"/>
          </p:cNvPicPr>
          <p:nvPr>
            <p:ph type="pic" idx="10"/>
          </p:nvPr>
        </p:nvPicPr>
        <p:blipFill>
          <a:blip r:embed="rId2"/>
          <a:srcRect l="1" r="1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FFFFFF"/>
                </a:solidFill>
                <a:latin typeface="Aptos"/>
              </a:rPr>
              <a:t>Image-led section divider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03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Numbered chapter divider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Single-speaker slide</a:t>
            </a:r>
          </a:p>
        </p:txBody>
      </p:sp>
      <p:pic>
        <p:nvPicPr>
          <p:cNvPr id="3" name="Picture Placeholder 2" descr="placeholder.png"/>
          <p:cNvPicPr>
            <a:picLocks noGrp="1" noChangeAspect="1"/>
          </p:cNvPicPr>
          <p:nvPr>
            <p:ph type="pic" idx="10"/>
          </p:nvPr>
        </p:nvPicPr>
        <p:blipFill>
          <a:blip r:embed="rId2"/>
          <a:srcRect l="28365" r="28365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Alex Morgan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Role · Organization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Two-speaker slide</a:t>
            </a:r>
          </a:p>
        </p:txBody>
      </p:sp>
      <p:pic>
        <p:nvPicPr>
          <p:cNvPr id="3" name="Picture Placeholder 2" descr="placeholder.png"/>
          <p:cNvPicPr>
            <a:picLocks noGrp="1" noChangeAspect="1"/>
          </p:cNvPicPr>
          <p:nvPr>
            <p:ph type="pic" idx="10"/>
          </p:nvPr>
        </p:nvPicPr>
        <p:blipFill>
          <a:blip r:embed="rId2"/>
          <a:srcRect l="16725" r="16725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Alex Morgan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Role · Organization</a:t>
            </a:r>
          </a:p>
        </p:txBody>
      </p:sp>
      <p:pic>
        <p:nvPicPr>
          <p:cNvPr id="5" name="Picture Placeholder 4" descr="placeholder.png"/>
          <p:cNvPicPr>
            <a:picLocks noGrp="1" noChangeAspect="1"/>
          </p:cNvPicPr>
          <p:nvPr>
            <p:ph type="pic" idx="12"/>
          </p:nvPr>
        </p:nvPicPr>
        <p:blipFill>
          <a:blip r:embed="rId2"/>
          <a:srcRect l="16725" r="16725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Taylor Chen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Role · Organization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Panel-speaker slide</a:t>
            </a:r>
          </a:p>
        </p:txBody>
      </p:sp>
      <p:pic>
        <p:nvPicPr>
          <p:cNvPr id="3" name="Picture Placeholder 2" descr="placeholder.png"/>
          <p:cNvPicPr>
            <a:picLocks noGrp="1" noChangeAspect="1"/>
          </p:cNvPicPr>
          <p:nvPr>
            <p:ph type="pic" idx="10"/>
          </p:nvPr>
        </p:nvPicPr>
        <p:blipFill>
          <a:blip r:embed="rId2"/>
          <a:srcRect l="101" r="101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Alex Morgan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Role · Organization</a:t>
            </a:r>
          </a:p>
        </p:txBody>
      </p:sp>
      <p:pic>
        <p:nvPicPr>
          <p:cNvPr id="5" name="Picture Placeholder 4" descr="placeholder.png"/>
          <p:cNvPicPr>
            <a:picLocks noGrp="1" noChangeAspect="1"/>
          </p:cNvPicPr>
          <p:nvPr>
            <p:ph type="pic" idx="12"/>
          </p:nvPr>
        </p:nvPicPr>
        <p:blipFill>
          <a:blip r:embed="rId2"/>
          <a:srcRect l="101" r="101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Taylor Chen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Role · Organization</a:t>
            </a:r>
          </a:p>
        </p:txBody>
      </p:sp>
      <p:pic>
        <p:nvPicPr>
          <p:cNvPr id="7" name="Picture Placeholder 6" descr="placeholder.png"/>
          <p:cNvPicPr>
            <a:picLocks noGrp="1" noChangeAspect="1"/>
          </p:cNvPicPr>
          <p:nvPr>
            <p:ph type="pic" idx="14"/>
          </p:nvPr>
        </p:nvPicPr>
        <p:blipFill>
          <a:blip r:embed="rId2"/>
          <a:srcRect l="101" r="101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8" name="Text Placeholder 7"/>
          <p:cNvSpPr>
            <a:spLocks noGrp="1"/>
          </p:cNvSpPr>
          <p:nvPr>
            <p:ph type="body" idx="15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Jordan Singh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Role · Organization</a:t>
            </a:r>
          </a:p>
        </p:txBody>
      </p:sp>
      <p:pic>
        <p:nvPicPr>
          <p:cNvPr id="9" name="Picture Placeholder 8" descr="placeholder.png"/>
          <p:cNvPicPr>
            <a:picLocks noGrp="1" noChangeAspect="1"/>
          </p:cNvPicPr>
          <p:nvPr>
            <p:ph type="pic" idx="16"/>
          </p:nvPr>
        </p:nvPicPr>
        <p:blipFill>
          <a:blip r:embed="rId2"/>
          <a:srcRect l="101" r="101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10" name="Text Placeholder 9"/>
          <p:cNvSpPr>
            <a:spLocks noGrp="1"/>
          </p:cNvSpPr>
          <p:nvPr>
            <p:ph type="body" idx="17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Sam Rivera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Role · Organization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Team grid slide</a:t>
            </a:r>
          </a:p>
        </p:txBody>
      </p:sp>
      <p:pic>
        <p:nvPicPr>
          <p:cNvPr id="3" name="Picture Placeholder 2" descr="placeholder.png"/>
          <p:cNvPicPr>
            <a:picLocks noGrp="1" noChangeAspect="1"/>
          </p:cNvPicPr>
          <p:nvPr>
            <p:ph type="pic" idx="10"/>
          </p:nvPr>
        </p:nvPicPr>
        <p:blipFill>
          <a:blip r:embed="rId2"/>
          <a:srcRect t="11189" b="11189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Alex Morgan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Role · Organization</a:t>
            </a:r>
          </a:p>
        </p:txBody>
      </p:sp>
      <p:pic>
        <p:nvPicPr>
          <p:cNvPr id="5" name="Picture Placeholder 4" descr="placeholder.png"/>
          <p:cNvPicPr>
            <a:picLocks noGrp="1" noChangeAspect="1"/>
          </p:cNvPicPr>
          <p:nvPr>
            <p:ph type="pic" idx="12"/>
          </p:nvPr>
        </p:nvPicPr>
        <p:blipFill>
          <a:blip r:embed="rId2"/>
          <a:srcRect t="11189" b="11189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Taylor Chen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Role · Organization</a:t>
            </a:r>
          </a:p>
        </p:txBody>
      </p:sp>
      <p:pic>
        <p:nvPicPr>
          <p:cNvPr id="7" name="Picture Placeholder 6" descr="placeholder.png"/>
          <p:cNvPicPr>
            <a:picLocks noGrp="1" noChangeAspect="1"/>
          </p:cNvPicPr>
          <p:nvPr>
            <p:ph type="pic" idx="14"/>
          </p:nvPr>
        </p:nvPicPr>
        <p:blipFill>
          <a:blip r:embed="rId2"/>
          <a:srcRect t="11189" b="11189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8" name="Text Placeholder 7"/>
          <p:cNvSpPr>
            <a:spLocks noGrp="1"/>
          </p:cNvSpPr>
          <p:nvPr>
            <p:ph type="body" idx="15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Jordan Singh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Role · Organization</a:t>
            </a:r>
          </a:p>
        </p:txBody>
      </p:sp>
      <p:pic>
        <p:nvPicPr>
          <p:cNvPr id="9" name="Picture Placeholder 8" descr="placeholder.png"/>
          <p:cNvPicPr>
            <a:picLocks noGrp="1" noChangeAspect="1"/>
          </p:cNvPicPr>
          <p:nvPr>
            <p:ph type="pic" idx="16"/>
          </p:nvPr>
        </p:nvPicPr>
        <p:blipFill>
          <a:blip r:embed="rId2"/>
          <a:srcRect t="11189" b="11189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10" name="Text Placeholder 9"/>
          <p:cNvSpPr>
            <a:spLocks noGrp="1"/>
          </p:cNvSpPr>
          <p:nvPr>
            <p:ph type="body" idx="17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Sam Rivera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Role · Organization</a:t>
            </a:r>
          </a:p>
        </p:txBody>
      </p:sp>
      <p:pic>
        <p:nvPicPr>
          <p:cNvPr id="11" name="Picture Placeholder 10" descr="placeholder.png"/>
          <p:cNvPicPr>
            <a:picLocks noGrp="1" noChangeAspect="1"/>
          </p:cNvPicPr>
          <p:nvPr>
            <p:ph type="pic" idx="18"/>
          </p:nvPr>
        </p:nvPicPr>
        <p:blipFill>
          <a:blip r:embed="rId2"/>
          <a:srcRect t="11189" b="11189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12" name="Text Placeholder 11"/>
          <p:cNvSpPr>
            <a:spLocks noGrp="1"/>
          </p:cNvSpPr>
          <p:nvPr>
            <p:ph type="body" idx="19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Riley Okafor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Role · Organization</a:t>
            </a:r>
          </a:p>
        </p:txBody>
      </p:sp>
      <p:pic>
        <p:nvPicPr>
          <p:cNvPr id="13" name="Picture Placeholder 12" descr="placeholder.png"/>
          <p:cNvPicPr>
            <a:picLocks noGrp="1" noChangeAspect="1"/>
          </p:cNvPicPr>
          <p:nvPr>
            <p:ph type="pic" idx="20"/>
          </p:nvPr>
        </p:nvPicPr>
        <p:blipFill>
          <a:blip r:embed="rId2"/>
          <a:srcRect t="11189" b="11189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14" name="Text Placeholder 13"/>
          <p:cNvSpPr>
            <a:spLocks noGrp="1"/>
          </p:cNvSpPr>
          <p:nvPr>
            <p:ph type="body" idx="2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Casey Brown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Role · Organization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Executive biography slide</a:t>
            </a:r>
          </a:p>
        </p:txBody>
      </p:sp>
      <p:pic>
        <p:nvPicPr>
          <p:cNvPr id="3" name="Picture Placeholder 2" descr="placeholder.png"/>
          <p:cNvPicPr>
            <a:picLocks noGrp="1" noChangeAspect="1"/>
          </p:cNvPicPr>
          <p:nvPr>
            <p:ph type="pic" idx="10"/>
          </p:nvPr>
        </p:nvPicPr>
        <p:blipFill>
          <a:blip r:embed="rId2"/>
          <a:srcRect l="29248" r="29248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Alex Morgan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Role · Organization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Title-only slide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Title and content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Main content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Use only supplied text, data, tables, images or diagrams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Title, subtitle and content slide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0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Supporting context when supplied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Main content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Use only supplied text, data, tables, images or diagrams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Title and two columns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Item 1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Functional supporting detail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Item 2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Functional supporting detail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Title with left third and right two-thirds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Item 1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Functional supporting detail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Main content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Use only supplied text, data, tables, images or diagrams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Title with left two-thirds and right third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Main content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Use only supplied text, data, tables, images or diagrams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Item 1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Functional supporting detail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Title and three columns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Item 1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Functional supporting detail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Item 2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Functional supporting detail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Item 3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Functional supporting detail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Title and four-card grid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Item 1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Functional supporting detail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Item 2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Functional supporting detail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Item 3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Functional supporting detail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Item 4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Functional supporting detail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50:50 stat and description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3600" b="1">
                <a:solidFill>
                  <a:srgbClr val="17324D"/>
                </a:solidFill>
                <a:latin typeface="Aptos"/>
              </a:rPr>
              <a:t>42%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Adoption rate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3600" b="1">
                <a:solidFill>
                  <a:srgbClr val="17324D"/>
                </a:solidFill>
                <a:latin typeface="Aptos"/>
              </a:rPr>
              <a:t>£3.2m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Annual value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ctr">
              <a:spcAft>
                <a:spcPts val="500"/>
              </a:spcAft>
              <a:buNone/>
            </a:pPr>
            <a:r>
              <a:rPr sz="3400" b="1">
                <a:solidFill>
                  <a:srgbClr val="17324D"/>
                </a:solidFill>
                <a:latin typeface="Aptos"/>
              </a:rPr>
              <a:t>Big-statement slide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Single callout-stat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3600" b="1">
                <a:solidFill>
                  <a:srgbClr val="17324D"/>
                </a:solidFill>
                <a:latin typeface="Aptos"/>
              </a:rPr>
              <a:t>42%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Adoption rate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Three-stat row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3600" b="1">
                <a:solidFill>
                  <a:srgbClr val="17324D"/>
                </a:solidFill>
                <a:latin typeface="Aptos"/>
              </a:rPr>
              <a:t>42%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Adoption rate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3600" b="1">
                <a:solidFill>
                  <a:srgbClr val="17324D"/>
                </a:solidFill>
                <a:latin typeface="Aptos"/>
              </a:rPr>
              <a:t>£3.2m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Annual value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3600" b="1">
                <a:solidFill>
                  <a:srgbClr val="17324D"/>
                </a:solidFill>
                <a:latin typeface="Aptos"/>
              </a:rPr>
              <a:t>18 days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Cycle time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Definition or explainer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Item 1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Functional supporting detail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Item 2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Functional supporting detail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Source-grounded quotation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Name · Role · Organization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placeholder.png"/>
          <p:cNvPicPr>
            <a:picLocks noGrp="1" noChangeAspect="1"/>
          </p:cNvPicPr>
          <p:nvPr>
            <p:ph type="pic" idx="10"/>
          </p:nvPr>
        </p:nvPicPr>
        <p:blipFill>
          <a:blip r:embed="rId2"/>
          <a:srcRect l="28243" r="28243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3" name="Text Placeholder 2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Source-grounded quotation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Name · Role · Organization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Key-takeaways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1  Finding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2  Implication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3  Action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Executive-summary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Recommendation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Decision required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Finding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Evidence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Impact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Measured effect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Next step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Recommendation and rationale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Recommendation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Specific proposed action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Rationale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Evidence, impact and risk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Side-by-side comparison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Option A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Criteria and result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Option B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Criteria and result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Pros and cons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Advantages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Evidence-backed benefit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Limitations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Known risk or cost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Before-and-after slide</a:t>
            </a:r>
          </a:p>
        </p:txBody>
      </p:sp>
      <p:pic>
        <p:nvPicPr>
          <p:cNvPr id="3" name="Picture Placeholder 2" descr="placeholder.png"/>
          <p:cNvPicPr>
            <a:picLocks noGrp="1" noChangeAspect="1"/>
          </p:cNvPicPr>
          <p:nvPr>
            <p:ph type="pic" idx="10"/>
          </p:nvPr>
        </p:nvPicPr>
        <p:blipFill>
          <a:blip r:embed="rId2"/>
          <a:srcRect l="4598" r="4598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Item 1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Functional supporting detail</a:t>
            </a:r>
          </a:p>
        </p:txBody>
      </p:sp>
      <p:pic>
        <p:nvPicPr>
          <p:cNvPr id="5" name="Picture Placeholder 4" descr="placeholder.png"/>
          <p:cNvPicPr>
            <a:picLocks noGrp="1" noChangeAspect="1"/>
          </p:cNvPicPr>
          <p:nvPr>
            <p:ph type="pic" idx="12"/>
          </p:nvPr>
        </p:nvPicPr>
        <p:blipFill>
          <a:blip r:embed="rId2"/>
          <a:srcRect l="4598" r="4598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Item 2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Functional supporting detail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Problem-and-solution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Problem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Evidence and consequence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Solution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Capability and expected benefit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Challenge, approach and result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Challenge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Starting condition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Approach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Work completed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Result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Measured outcome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Customer-proof slide</a:t>
            </a:r>
          </a:p>
        </p:txBody>
      </p:sp>
      <p:pic>
        <p:nvPicPr>
          <p:cNvPr id="3" name="Picture Placeholder 2" descr="placeholder.png"/>
          <p:cNvPicPr>
            <a:picLocks noGrp="1" noChangeAspect="1"/>
          </p:cNvPicPr>
          <p:nvPr>
            <p:ph type="pic" idx="10"/>
          </p:nvPr>
        </p:nvPicPr>
        <p:blipFill>
          <a:blip r:embed="rId2"/>
          <a:srcRect l="26420" r="26420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Customer outcome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Measured result and use case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Frequently asked questions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Question 1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Plain answer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Question 2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Plain answer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ctr">
              <a:spcAft>
                <a:spcPts val="500"/>
              </a:spcAft>
              <a:buNone/>
            </a:pPr>
            <a:r>
              <a:rPr sz="3400" b="1">
                <a:solidFill>
                  <a:srgbClr val="17324D"/>
                </a:solidFill>
                <a:latin typeface="Aptos"/>
              </a:rPr>
              <a:t>Question or discussion-prompt slide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Left image and right text</a:t>
            </a:r>
          </a:p>
        </p:txBody>
      </p:sp>
      <p:pic>
        <p:nvPicPr>
          <p:cNvPr id="3" name="Picture Placeholder 2" descr="placeholder.png"/>
          <p:cNvPicPr>
            <a:picLocks noGrp="1" noChangeAspect="1"/>
          </p:cNvPicPr>
          <p:nvPr>
            <p:ph type="pic" idx="10"/>
          </p:nvPr>
        </p:nvPicPr>
        <p:blipFill>
          <a:blip r:embed="rId2"/>
          <a:srcRect l="18458" r="18458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Heading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Factual explanation of the supplied image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Left text and right image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Heading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Factual explanation of the supplied image</a:t>
            </a:r>
          </a:p>
        </p:txBody>
      </p:sp>
      <p:pic>
        <p:nvPicPr>
          <p:cNvPr id="4" name="Picture Placeholder 3" descr="placeholder.png"/>
          <p:cNvPicPr>
            <a:picLocks noGrp="1" noChangeAspect="1"/>
          </p:cNvPicPr>
          <p:nvPr>
            <p:ph type="pic" idx="11"/>
          </p:nvPr>
        </p:nvPicPr>
        <p:blipFill>
          <a:blip r:embed="rId2"/>
          <a:srcRect l="18300" r="18300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placeholder.png"/>
          <p:cNvPicPr>
            <a:picLocks noGrp="1" noChangeAspect="1"/>
          </p:cNvPicPr>
          <p:nvPr>
            <p:ph type="pic" idx="10"/>
          </p:nvPr>
        </p:nvPicPr>
        <p:blipFill>
          <a:blip r:embed="rId2"/>
          <a:srcRect l="1" r="1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FFFFFF"/>
                </a:solidFill>
                <a:latin typeface="Aptos"/>
              </a:rPr>
              <a:t>Full-bleed image with text overlay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Image-gallery slide</a:t>
            </a:r>
          </a:p>
        </p:txBody>
      </p:sp>
      <p:pic>
        <p:nvPicPr>
          <p:cNvPr id="3" name="Picture Placeholder 2" descr="placeholder.png"/>
          <p:cNvPicPr>
            <a:picLocks noGrp="1" noChangeAspect="1"/>
          </p:cNvPicPr>
          <p:nvPr>
            <p:ph type="pic" idx="10"/>
          </p:nvPr>
        </p:nvPicPr>
        <p:blipFill>
          <a:blip r:embed="rId2"/>
          <a:srcRect t="14912" b="14912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pic>
        <p:nvPicPr>
          <p:cNvPr id="4" name="Picture Placeholder 3" descr="placeholder.png"/>
          <p:cNvPicPr>
            <a:picLocks noGrp="1" noChangeAspect="1"/>
          </p:cNvPicPr>
          <p:nvPr>
            <p:ph type="pic" idx="11"/>
          </p:nvPr>
        </p:nvPicPr>
        <p:blipFill>
          <a:blip r:embed="rId2"/>
          <a:srcRect t="15517" b="15517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pic>
        <p:nvPicPr>
          <p:cNvPr id="5" name="Picture Placeholder 4" descr="placeholder.png"/>
          <p:cNvPicPr>
            <a:picLocks noGrp="1" noChangeAspect="1"/>
          </p:cNvPicPr>
          <p:nvPr>
            <p:ph type="pic" idx="12"/>
          </p:nvPr>
        </p:nvPicPr>
        <p:blipFill>
          <a:blip r:embed="rId2"/>
          <a:srcRect t="14912" b="14912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pic>
        <p:nvPicPr>
          <p:cNvPr id="6" name="Picture Placeholder 5" descr="placeholder.png"/>
          <p:cNvPicPr>
            <a:picLocks noGrp="1" noChangeAspect="1"/>
          </p:cNvPicPr>
          <p:nvPr>
            <p:ph type="pic" idx="13"/>
          </p:nvPr>
        </p:nvPicPr>
        <p:blipFill>
          <a:blip r:embed="rId2"/>
          <a:srcRect t="15517" b="15517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Product-screenshot slide</a:t>
            </a:r>
          </a:p>
        </p:txBody>
      </p:sp>
      <p:pic>
        <p:nvPicPr>
          <p:cNvPr id="3" name="Picture Placeholder 2" descr="placeholder.png"/>
          <p:cNvPicPr>
            <a:picLocks noGrp="1" noChangeAspect="1"/>
          </p:cNvPicPr>
          <p:nvPr>
            <p:ph type="pic" idx="10"/>
          </p:nvPr>
        </p:nvPicPr>
        <p:blipFill>
          <a:blip r:embed="rId2"/>
          <a:srcRect t="9149" b="9149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Annotated-screenshot slide</a:t>
            </a:r>
          </a:p>
        </p:txBody>
      </p:sp>
      <p:pic>
        <p:nvPicPr>
          <p:cNvPr id="3" name="Picture Placeholder 2" descr="placeholder.png"/>
          <p:cNvPicPr>
            <a:picLocks noGrp="1" noChangeAspect="1"/>
          </p:cNvPicPr>
          <p:nvPr>
            <p:ph type="pic" idx="10"/>
          </p:nvPr>
        </p:nvPicPr>
        <p:blipFill>
          <a:blip r:embed="rId2"/>
          <a:srcRect l="6630" r="6630"/>
          <a:stretch>
            <a:fillRect/>
          </a:stretch>
        </p:blipFill>
        <p:spPr>
          <a:ln w="12700">
            <a:solidFill>
              <a:srgbClr val="FFFFFF"/>
            </a:solidFill>
          </a:ln>
        </p:spPr>
      </p:pic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1  Feature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2  Action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3  Result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Video or live-demo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17320"/>
            <a:ext cx="10561320" cy="4663440"/>
          </a:xfrm>
          <a:prstGeom prst="rect">
            <a:avLst/>
          </a:prstGeom>
          <a:solidFill>
            <a:srgbClr val="17324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Aptos"/>
              </a:rPr>
              <a:t>▶</a:t>
            </a:r>
            <a:br/>
            <a:r>
              <a:t>Video or live demo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One-series column chart</a:t>
            </a:r>
          </a:p>
        </p:txBody>
      </p:sp>
      <p:graphicFrame>
        <p:nvGraphicFramePr>
          <p:cNvPr id="3" name="Chart Placeholder 2"/>
          <p:cNvGraphicFramePr>
            <a:graphicFrameLocks noGrp="1"/>
          </p:cNvGraphicFramePr>
          <p:nvPr>
            <p:ph type="chart" idx="10"/>
          </p:nvPr>
        </p:nvGraphicFramePr>
        <p:xfrm>
          <a:off x="731520" y="1325880"/>
          <a:ext cx="10744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Two-series column chart</a:t>
            </a:r>
          </a:p>
        </p:txBody>
      </p:sp>
      <p:graphicFrame>
        <p:nvGraphicFramePr>
          <p:cNvPr id="3" name="Chart Placeholder 2"/>
          <p:cNvGraphicFramePr>
            <a:graphicFrameLocks noGrp="1"/>
          </p:cNvGraphicFramePr>
          <p:nvPr>
            <p:ph type="chart" idx="10"/>
          </p:nvPr>
        </p:nvGraphicFramePr>
        <p:xfrm>
          <a:off x="731520" y="1325880"/>
          <a:ext cx="10744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Multi-series clustered column chart</a:t>
            </a:r>
          </a:p>
        </p:txBody>
      </p:sp>
      <p:graphicFrame>
        <p:nvGraphicFramePr>
          <p:cNvPr id="3" name="Chart Placeholder 2"/>
          <p:cNvGraphicFramePr>
            <a:graphicFrameLocks noGrp="1"/>
          </p:cNvGraphicFramePr>
          <p:nvPr>
            <p:ph type="chart" idx="10"/>
          </p:nvPr>
        </p:nvGraphicFramePr>
        <p:xfrm>
          <a:off x="731520" y="1325880"/>
          <a:ext cx="10744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Stacked column chart</a:t>
            </a:r>
          </a:p>
        </p:txBody>
      </p:sp>
      <p:graphicFrame>
        <p:nvGraphicFramePr>
          <p:cNvPr id="3" name="Chart Placeholder 2"/>
          <p:cNvGraphicFramePr>
            <a:graphicFrameLocks noGrp="1"/>
          </p:cNvGraphicFramePr>
          <p:nvPr>
            <p:ph type="chart" idx="10"/>
          </p:nvPr>
        </p:nvGraphicFramePr>
        <p:xfrm>
          <a:off x="731520" y="1325880"/>
          <a:ext cx="10744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100% stacked column chart</a:t>
            </a:r>
          </a:p>
        </p:txBody>
      </p:sp>
      <p:graphicFrame>
        <p:nvGraphicFramePr>
          <p:cNvPr id="3" name="Chart Placeholder 2"/>
          <p:cNvGraphicFramePr>
            <a:graphicFrameLocks noGrp="1"/>
          </p:cNvGraphicFramePr>
          <p:nvPr>
            <p:ph type="chart" idx="10"/>
          </p:nvPr>
        </p:nvGraphicFramePr>
        <p:xfrm>
          <a:off x="731520" y="1325880"/>
          <a:ext cx="10744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One-series horizontal bar chart</a:t>
            </a:r>
          </a:p>
        </p:txBody>
      </p:sp>
      <p:graphicFrame>
        <p:nvGraphicFramePr>
          <p:cNvPr id="3" name="Chart Placeholder 2"/>
          <p:cNvGraphicFramePr>
            <a:graphicFrameLocks noGrp="1"/>
          </p:cNvGraphicFramePr>
          <p:nvPr>
            <p:ph type="chart" idx="10"/>
          </p:nvPr>
        </p:nvGraphicFramePr>
        <p:xfrm>
          <a:off x="731520" y="1325880"/>
          <a:ext cx="10744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Two-series horizontal bar chart</a:t>
            </a:r>
          </a:p>
        </p:txBody>
      </p:sp>
      <p:graphicFrame>
        <p:nvGraphicFramePr>
          <p:cNvPr id="3" name="Chart Placeholder 2"/>
          <p:cNvGraphicFramePr>
            <a:graphicFrameLocks noGrp="1"/>
          </p:cNvGraphicFramePr>
          <p:nvPr>
            <p:ph type="chart" idx="10"/>
          </p:nvPr>
        </p:nvGraphicFramePr>
        <p:xfrm>
          <a:off x="731520" y="1325880"/>
          <a:ext cx="10744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Stacked horizontal bar chart</a:t>
            </a:r>
          </a:p>
        </p:txBody>
      </p:sp>
      <p:graphicFrame>
        <p:nvGraphicFramePr>
          <p:cNvPr id="3" name="Chart Placeholder 2"/>
          <p:cNvGraphicFramePr>
            <a:graphicFrameLocks noGrp="1"/>
          </p:cNvGraphicFramePr>
          <p:nvPr>
            <p:ph type="chart" idx="10"/>
          </p:nvPr>
        </p:nvGraphicFramePr>
        <p:xfrm>
          <a:off x="731520" y="1325880"/>
          <a:ext cx="10744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100% stacked horizontal bar chart</a:t>
            </a:r>
          </a:p>
        </p:txBody>
      </p:sp>
      <p:graphicFrame>
        <p:nvGraphicFramePr>
          <p:cNvPr id="3" name="Chart Placeholder 2"/>
          <p:cNvGraphicFramePr>
            <a:graphicFrameLocks noGrp="1"/>
          </p:cNvGraphicFramePr>
          <p:nvPr>
            <p:ph type="chart" idx="10"/>
          </p:nvPr>
        </p:nvGraphicFramePr>
        <p:xfrm>
          <a:off x="731520" y="1325880"/>
          <a:ext cx="10744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Ranked bar chart</a:t>
            </a:r>
          </a:p>
        </p:txBody>
      </p:sp>
      <p:graphicFrame>
        <p:nvGraphicFramePr>
          <p:cNvPr id="3" name="Chart Placeholder 2"/>
          <p:cNvGraphicFramePr>
            <a:graphicFrameLocks noGrp="1"/>
          </p:cNvGraphicFramePr>
          <p:nvPr>
            <p:ph type="chart" idx="10"/>
          </p:nvPr>
        </p:nvGraphicFramePr>
        <p:xfrm>
          <a:off x="731520" y="1325880"/>
          <a:ext cx="10744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Pie chart</a:t>
            </a:r>
          </a:p>
        </p:txBody>
      </p:sp>
      <p:graphicFrame>
        <p:nvGraphicFramePr>
          <p:cNvPr id="3" name="Chart Placeholder 2"/>
          <p:cNvGraphicFramePr>
            <a:graphicFrameLocks noGrp="1"/>
          </p:cNvGraphicFramePr>
          <p:nvPr>
            <p:ph type="chart" idx="10"/>
          </p:nvPr>
        </p:nvGraphicFramePr>
        <p:xfrm>
          <a:off x="731520" y="1325880"/>
          <a:ext cx="10744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Donut chart</a:t>
            </a:r>
          </a:p>
        </p:txBody>
      </p:sp>
      <p:graphicFrame>
        <p:nvGraphicFramePr>
          <p:cNvPr id="3" name="Chart Placeholder 2"/>
          <p:cNvGraphicFramePr>
            <a:graphicFrameLocks noGrp="1"/>
          </p:cNvGraphicFramePr>
          <p:nvPr>
            <p:ph type="chart" idx="10"/>
          </p:nvPr>
        </p:nvGraphicFramePr>
        <p:xfrm>
          <a:off x="731520" y="1325880"/>
          <a:ext cx="10744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Line chart</a:t>
            </a:r>
          </a:p>
        </p:txBody>
      </p:sp>
      <p:graphicFrame>
        <p:nvGraphicFramePr>
          <p:cNvPr id="3" name="Chart Placeholder 2"/>
          <p:cNvGraphicFramePr>
            <a:graphicFrameLocks noGrp="1"/>
          </p:cNvGraphicFramePr>
          <p:nvPr>
            <p:ph type="chart" idx="10"/>
          </p:nvPr>
        </p:nvGraphicFramePr>
        <p:xfrm>
          <a:off x="731520" y="1325880"/>
          <a:ext cx="10744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Area or stacked-area chart</a:t>
            </a:r>
          </a:p>
        </p:txBody>
      </p:sp>
      <p:graphicFrame>
        <p:nvGraphicFramePr>
          <p:cNvPr id="3" name="Chart Placeholder 2"/>
          <p:cNvGraphicFramePr>
            <a:graphicFrameLocks noGrp="1"/>
          </p:cNvGraphicFramePr>
          <p:nvPr>
            <p:ph type="chart" idx="10"/>
          </p:nvPr>
        </p:nvGraphicFramePr>
        <p:xfrm>
          <a:off x="731520" y="1325880"/>
          <a:ext cx="10744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Combination chart</a:t>
            </a:r>
          </a:p>
        </p:txBody>
      </p:sp>
      <p:graphicFrame>
        <p:nvGraphicFramePr>
          <p:cNvPr id="3" name="Chart Placeholder 2"/>
          <p:cNvGraphicFramePr>
            <a:graphicFrameLocks noGrp="1"/>
          </p:cNvGraphicFramePr>
          <p:nvPr>
            <p:ph type="chart" idx="10"/>
          </p:nvPr>
        </p:nvGraphicFramePr>
        <p:xfrm>
          <a:off x="731520" y="1325880"/>
          <a:ext cx="10744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Waterfall chart</a:t>
            </a:r>
          </a:p>
        </p:txBody>
      </p:sp>
      <p:graphicFrame>
        <p:nvGraphicFramePr>
          <p:cNvPr id="3" name="Chart Placeholder 2"/>
          <p:cNvGraphicFramePr>
            <a:graphicFrameLocks noGrp="1"/>
          </p:cNvGraphicFramePr>
          <p:nvPr>
            <p:ph type="chart" idx="10"/>
          </p:nvPr>
        </p:nvGraphicFramePr>
        <p:xfrm>
          <a:off x="731520" y="1325880"/>
          <a:ext cx="10744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Scatter-plot slide</a:t>
            </a:r>
          </a:p>
        </p:txBody>
      </p:sp>
      <p:graphicFrame>
        <p:nvGraphicFramePr>
          <p:cNvPr id="3" name="Chart Placeholder 2"/>
          <p:cNvGraphicFramePr>
            <a:graphicFrameLocks noGrp="1"/>
          </p:cNvGraphicFramePr>
          <p:nvPr>
            <p:ph type="chart" idx="10"/>
          </p:nvPr>
        </p:nvGraphicFramePr>
        <p:xfrm>
          <a:off x="731520" y="1325880"/>
          <a:ext cx="10744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Bubble-chart slide</a:t>
            </a:r>
          </a:p>
        </p:txBody>
      </p:sp>
      <p:graphicFrame>
        <p:nvGraphicFramePr>
          <p:cNvPr id="3" name="Chart Placeholder 2"/>
          <p:cNvGraphicFramePr>
            <a:graphicFrameLocks noGrp="1"/>
          </p:cNvGraphicFramePr>
          <p:nvPr>
            <p:ph type="chart" idx="10"/>
          </p:nvPr>
        </p:nvGraphicFramePr>
        <p:xfrm>
          <a:off x="731520" y="1325880"/>
          <a:ext cx="10744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Funnel-chart slide</a:t>
            </a:r>
          </a:p>
        </p:txBody>
      </p:sp>
      <p:graphicFrame>
        <p:nvGraphicFramePr>
          <p:cNvPr id="3" name="Chart Placeholder 2"/>
          <p:cNvGraphicFramePr>
            <a:graphicFrameLocks noGrp="1"/>
          </p:cNvGraphicFramePr>
          <p:nvPr>
            <p:ph type="chart" idx="10"/>
          </p:nvPr>
        </p:nvGraphicFramePr>
        <p:xfrm>
          <a:off x="731520" y="1325880"/>
          <a:ext cx="1074420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Treemap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822960" y="1508760"/>
            <a:ext cx="4663440" cy="2971800"/>
          </a:xfrm>
          <a:prstGeom prst="rect">
            <a:avLst/>
          </a:prstGeom>
          <a:solidFill>
            <a:srgbClr val="2F80E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Product A</a:t>
            </a:r>
            <a:br/>
            <a:r>
              <a:t>42</a:t>
            </a:r>
          </a:p>
        </p:txBody>
      </p:sp>
      <p:sp>
        <p:nvSpPr>
          <p:cNvPr id="5" name="Rectangle 4"/>
          <p:cNvSpPr/>
          <p:nvPr/>
        </p:nvSpPr>
        <p:spPr>
          <a:xfrm>
            <a:off x="5532120" y="1508760"/>
            <a:ext cx="2743200" cy="2971800"/>
          </a:xfrm>
          <a:prstGeom prst="rect">
            <a:avLst/>
          </a:prstGeom>
          <a:solidFill>
            <a:srgbClr val="17324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Product B</a:t>
            </a:r>
            <a:br/>
            <a:r>
              <a:t>24</a:t>
            </a:r>
          </a:p>
        </p:txBody>
      </p:sp>
      <p:sp>
        <p:nvSpPr>
          <p:cNvPr id="6" name="Rectangle 5"/>
          <p:cNvSpPr/>
          <p:nvPr/>
        </p:nvSpPr>
        <p:spPr>
          <a:xfrm>
            <a:off x="8321040" y="1508760"/>
            <a:ext cx="2834640" cy="1417320"/>
          </a:xfrm>
          <a:prstGeom prst="rect">
            <a:avLst/>
          </a:prstGeom>
          <a:solidFill>
            <a:srgbClr val="2E8B5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Product C</a:t>
            </a:r>
            <a:br/>
            <a: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8321040" y="2971800"/>
            <a:ext cx="2834640" cy="1508760"/>
          </a:xfrm>
          <a:prstGeom prst="rect">
            <a:avLst/>
          </a:prstGeom>
          <a:solidFill>
            <a:srgbClr val="D97B2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Product D</a:t>
            </a:r>
            <a:br/>
            <a: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526280"/>
            <a:ext cx="4663440" cy="1234440"/>
          </a:xfrm>
          <a:prstGeom prst="rect">
            <a:avLst/>
          </a:prstGeom>
          <a:solidFill>
            <a:srgbClr val="A7B3B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Segment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532120" y="4526280"/>
            <a:ext cx="5623560" cy="1234440"/>
          </a:xfrm>
          <a:prstGeom prst="rect">
            <a:avLst/>
          </a:prstGeom>
          <a:solidFill>
            <a:srgbClr val="A7B3B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Segment 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Heatmap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2057400" y="1508760"/>
            <a:ext cx="1737360" cy="914400"/>
          </a:xfrm>
          <a:prstGeom prst="rect">
            <a:avLst/>
          </a:prstGeom>
          <a:solidFill>
            <a:srgbClr val="EEF2F5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7324D"/>
                </a:solidFill>
                <a:latin typeface="Aptos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0" y="1508760"/>
            <a:ext cx="1737360" cy="914400"/>
          </a:xfrm>
          <a:prstGeom prst="rect">
            <a:avLst/>
          </a:prstGeom>
          <a:solidFill>
            <a:srgbClr val="A7B3B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7324D"/>
                </a:solidFill>
                <a:latin typeface="Aptos"/>
              </a:rPr>
              <a:t>42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1508760"/>
            <a:ext cx="1737360" cy="914400"/>
          </a:xfrm>
          <a:prstGeom prst="rect">
            <a:avLst/>
          </a:prstGeom>
          <a:solidFill>
            <a:srgbClr val="2F80E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61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59" y="1508760"/>
            <a:ext cx="1737360" cy="914400"/>
          </a:xfrm>
          <a:prstGeom prst="rect">
            <a:avLst/>
          </a:prstGeom>
          <a:solidFill>
            <a:srgbClr val="17324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78</a:t>
            </a:r>
          </a:p>
        </p:txBody>
      </p:sp>
      <p:sp>
        <p:nvSpPr>
          <p:cNvPr id="8" name="Rectangle 7"/>
          <p:cNvSpPr/>
          <p:nvPr/>
        </p:nvSpPr>
        <p:spPr>
          <a:xfrm>
            <a:off x="2057400" y="2560320"/>
            <a:ext cx="1737360" cy="914400"/>
          </a:xfrm>
          <a:prstGeom prst="rect">
            <a:avLst/>
          </a:prstGeom>
          <a:solidFill>
            <a:srgbClr val="A7B3B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7324D"/>
                </a:solidFill>
                <a:latin typeface="Aptos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2560320"/>
            <a:ext cx="1737360" cy="914400"/>
          </a:xfrm>
          <a:prstGeom prst="rect">
            <a:avLst/>
          </a:prstGeom>
          <a:solidFill>
            <a:srgbClr val="2F80E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2560320"/>
            <a:ext cx="1737360" cy="914400"/>
          </a:xfrm>
          <a:prstGeom prst="rect">
            <a:avLst/>
          </a:prstGeom>
          <a:solidFill>
            <a:srgbClr val="2F80E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72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59" y="2560320"/>
            <a:ext cx="1737360" cy="914400"/>
          </a:xfrm>
          <a:prstGeom prst="rect">
            <a:avLst/>
          </a:prstGeom>
          <a:solidFill>
            <a:srgbClr val="17324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84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7400" y="3611879"/>
            <a:ext cx="1737360" cy="914400"/>
          </a:xfrm>
          <a:prstGeom prst="rect">
            <a:avLst/>
          </a:prstGeom>
          <a:solidFill>
            <a:srgbClr val="A7B3B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7324D"/>
                </a:solidFill>
                <a:latin typeface="Aptos"/>
              </a:rPr>
              <a:t>31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0" y="3611879"/>
            <a:ext cx="1737360" cy="914400"/>
          </a:xfrm>
          <a:prstGeom prst="rect">
            <a:avLst/>
          </a:prstGeom>
          <a:solidFill>
            <a:srgbClr val="A7B3B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7324D"/>
                </a:solidFill>
                <a:latin typeface="Aptos"/>
              </a:rPr>
              <a:t>48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3611879"/>
            <a:ext cx="1737360" cy="914400"/>
          </a:xfrm>
          <a:prstGeom prst="rect">
            <a:avLst/>
          </a:prstGeom>
          <a:solidFill>
            <a:srgbClr val="2F80E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67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59" y="3611879"/>
            <a:ext cx="1737360" cy="914400"/>
          </a:xfrm>
          <a:prstGeom prst="rect">
            <a:avLst/>
          </a:prstGeom>
          <a:solidFill>
            <a:srgbClr val="2F80E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73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57400" y="4663440"/>
            <a:ext cx="1737360" cy="914400"/>
          </a:xfrm>
          <a:prstGeom prst="rect">
            <a:avLst/>
          </a:prstGeom>
          <a:solidFill>
            <a:srgbClr val="A7B3B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17324D"/>
                </a:solidFill>
                <a:latin typeface="Aptos"/>
              </a:rPr>
              <a:t>44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4663440"/>
            <a:ext cx="1737360" cy="914400"/>
          </a:xfrm>
          <a:prstGeom prst="rect">
            <a:avLst/>
          </a:prstGeom>
          <a:solidFill>
            <a:srgbClr val="2F80E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59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4663440"/>
            <a:ext cx="1737360" cy="914400"/>
          </a:xfrm>
          <a:prstGeom prst="rect">
            <a:avLst/>
          </a:prstGeom>
          <a:solidFill>
            <a:srgbClr val="17324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76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959" y="4663440"/>
            <a:ext cx="1737360" cy="914400"/>
          </a:xfrm>
          <a:prstGeom prst="rect">
            <a:avLst/>
          </a:prstGeom>
          <a:solidFill>
            <a:srgbClr val="17324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91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1508760"/>
            <a:ext cx="11430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7324D"/>
                </a:solidFill>
                <a:latin typeface="Aptos"/>
              </a:rPr>
              <a:t>North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2560320"/>
            <a:ext cx="11430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7324D"/>
                </a:solidFill>
                <a:latin typeface="Aptos"/>
              </a:rPr>
              <a:t>Central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611879"/>
            <a:ext cx="11430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7324D"/>
                </a:solidFill>
                <a:latin typeface="Aptos"/>
              </a:rPr>
              <a:t>South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663440"/>
            <a:ext cx="11430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7324D"/>
                </a:solidFill>
                <a:latin typeface="Aptos"/>
              </a:rPr>
              <a:t>West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57400" y="5806440"/>
            <a:ext cx="17373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17324D"/>
                </a:solidFill>
                <a:latin typeface="Aptos"/>
              </a:rPr>
              <a:t>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31920" y="5806440"/>
            <a:ext cx="17373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17324D"/>
                </a:solidFill>
                <a:latin typeface="Aptos"/>
              </a:rPr>
              <a:t>Q2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06440" y="5806440"/>
            <a:ext cx="17373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17324D"/>
                </a:solidFill>
                <a:latin typeface="Aptos"/>
              </a:rPr>
              <a:t>Q3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59" y="5806440"/>
            <a:ext cx="173736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17324D"/>
                </a:solidFill>
                <a:latin typeface="Aptos"/>
              </a:rPr>
              <a:t>Q4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Geographic-map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2468880" cy="1371600"/>
          </a:xfrm>
          <a:prstGeom prst="rect">
            <a:avLst/>
          </a:prstGeom>
          <a:solidFill>
            <a:srgbClr val="2F80E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North</a:t>
            </a:r>
            <a:br/>
            <a:r>
              <a:t>42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0" y="2331720"/>
            <a:ext cx="2194560" cy="1554480"/>
          </a:xfrm>
          <a:prstGeom prst="rect">
            <a:avLst/>
          </a:prstGeom>
          <a:solidFill>
            <a:srgbClr val="17324D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West</a:t>
            </a:r>
            <a:br/>
            <a:r>
              <a:t>31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1600200"/>
            <a:ext cx="2651760" cy="1508760"/>
          </a:xfrm>
          <a:prstGeom prst="rect">
            <a:avLst/>
          </a:prstGeom>
          <a:solidFill>
            <a:srgbClr val="2E8B5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Central</a:t>
            </a:r>
            <a:br/>
            <a:r>
              <a:t>36</a:t>
            </a:r>
          </a:p>
        </p:txBody>
      </p:sp>
      <p:sp>
        <p:nvSpPr>
          <p:cNvPr id="7" name="Rectangle 6"/>
          <p:cNvSpPr/>
          <p:nvPr/>
        </p:nvSpPr>
        <p:spPr>
          <a:xfrm>
            <a:off x="8641080" y="2423160"/>
            <a:ext cx="2377440" cy="1371600"/>
          </a:xfrm>
          <a:prstGeom prst="rect">
            <a:avLst/>
          </a:prstGeom>
          <a:solidFill>
            <a:srgbClr val="D97B29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East</a:t>
            </a:r>
            <a:br/>
            <a: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4160520"/>
            <a:ext cx="2926080" cy="1325880"/>
          </a:xfrm>
          <a:prstGeom prst="rect">
            <a:avLst/>
          </a:prstGeom>
          <a:solidFill>
            <a:srgbClr val="A7B3B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Aptos"/>
              </a:rPr>
              <a:t>South</a:t>
            </a:r>
            <a:br/>
            <a:r>
              <a:t>25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KPI scorecard or dashboard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3600" b="1">
                <a:solidFill>
                  <a:srgbClr val="17324D"/>
                </a:solidFill>
                <a:latin typeface="Aptos"/>
              </a:rPr>
              <a:t>42%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Adoption rate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3600" b="1">
                <a:solidFill>
                  <a:srgbClr val="17324D"/>
                </a:solidFill>
                <a:latin typeface="Aptos"/>
              </a:rPr>
              <a:t>£3.2m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Annual value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3600" b="1">
                <a:solidFill>
                  <a:srgbClr val="17324D"/>
                </a:solidFill>
                <a:latin typeface="Aptos"/>
              </a:rPr>
              <a:t>18 days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Cycle time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3600" b="1">
                <a:solidFill>
                  <a:srgbClr val="17324D"/>
                </a:solidFill>
                <a:latin typeface="Aptos"/>
              </a:rPr>
              <a:t>+12%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Year-on-year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Chart with takeaway panel</a:t>
            </a:r>
          </a:p>
        </p:txBody>
      </p:sp>
      <p:graphicFrame>
        <p:nvGraphicFramePr>
          <p:cNvPr id="3" name="Chart Placeholder 2"/>
          <p:cNvGraphicFramePr>
            <a:graphicFrameLocks noGrp="1"/>
          </p:cNvGraphicFramePr>
          <p:nvPr>
            <p:ph type="chart" idx="10"/>
          </p:nvPr>
        </p:nvGraphicFramePr>
        <p:xfrm>
          <a:off x="731520" y="1371600"/>
          <a:ext cx="731520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Supported conclusion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Action justified by the data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Timeline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01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02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03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04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05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Roadmap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01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02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03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Horizontal-process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01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02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03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04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05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Vertical-process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01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02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03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04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Chevron-process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01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02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03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04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05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Circular-process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01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02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03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04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05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Process-funnel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01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02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03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04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Swimlane-process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01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02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03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Workflow or decision-flow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01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02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03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04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05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Customer-journey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01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02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03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04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05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Lifecycle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01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02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03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04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05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Organizational-chart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01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02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03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04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05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5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06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Ecosystem or network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01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02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03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04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4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05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Hierarchy or pyramid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01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02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03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04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Matrix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01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02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03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04  Stage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Owner or output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Basic table slide</a:t>
            </a:r>
          </a:p>
        </p:txBody>
      </p:sp>
      <p:graphicFrame>
        <p:nvGraphicFramePr>
          <p:cNvPr id="3" name="Table Placeholder 2"/>
          <p:cNvGraphicFramePr>
            <a:graphicFrameLocks noGrp="1"/>
          </p:cNvGraphicFramePr>
          <p:nvPr>
            <p:ph type="tbl" idx="10"/>
          </p:nvPr>
        </p:nvGraphicFramePr>
        <p:xfrm>
          <a:off x="685800" y="1325880"/>
          <a:ext cx="1081735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Date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Item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Owner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On track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Date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Item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Owner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Date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Item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Owner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Open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Date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Comparison-table slide</a:t>
            </a:r>
          </a:p>
        </p:txBody>
      </p:sp>
      <p:graphicFrame>
        <p:nvGraphicFramePr>
          <p:cNvPr id="3" name="Table Placeholder 2"/>
          <p:cNvGraphicFramePr>
            <a:graphicFrameLocks noGrp="1"/>
          </p:cNvGraphicFramePr>
          <p:nvPr>
            <p:ph type="tbl" idx="10"/>
          </p:nvPr>
        </p:nvGraphicFramePr>
        <p:xfrm>
          <a:off x="685800" y="1325880"/>
          <a:ext cx="1081735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Criterion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Option A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Option B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Decision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Criterion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Option A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Option B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On track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Criterion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Option A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Option B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Criterion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Option A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Option B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Open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Financial-table slide</a:t>
            </a:r>
          </a:p>
        </p:txBody>
      </p:sp>
      <p:graphicFrame>
        <p:nvGraphicFramePr>
          <p:cNvPr id="3" name="Table Placeholder 2"/>
          <p:cNvGraphicFramePr>
            <a:graphicFrameLocks noGrp="1"/>
          </p:cNvGraphicFramePr>
          <p:nvPr>
            <p:ph type="tbl" idx="10"/>
          </p:nvPr>
        </p:nvGraphicFramePr>
        <p:xfrm>
          <a:off x="685800" y="1325880"/>
          <a:ext cx="1081735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Line item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Actual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Budget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Variance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Forecast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Line item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Actual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Budget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Variance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Forecast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Line item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Actual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Budget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Variance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Forecast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Line item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Actual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Budget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Variance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Forecast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Line item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Actual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Budget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Variance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Forecast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Project-plan or Gantt slide</a:t>
            </a:r>
          </a:p>
        </p:txBody>
      </p:sp>
      <p:graphicFrame>
        <p:nvGraphicFramePr>
          <p:cNvPr id="3" name="Table Placeholder 2"/>
          <p:cNvGraphicFramePr>
            <a:graphicFrameLocks noGrp="1"/>
          </p:cNvGraphicFramePr>
          <p:nvPr>
            <p:ph type="tbl" idx="10"/>
          </p:nvPr>
        </p:nvGraphicFramePr>
        <p:xfrm>
          <a:off x="685800" y="1325880"/>
          <a:ext cx="1081735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2892"/>
                <a:gridCol w="1802892"/>
                <a:gridCol w="1802892"/>
                <a:gridCol w="1802892"/>
                <a:gridCol w="1802892"/>
                <a:gridCol w="1802892"/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Workstream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Aug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Sep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Oct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Nov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Workstream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Aug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Sep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Oct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Nov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Owner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Workstream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Aug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Sep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Oct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Nov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Owner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Workstream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Aug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Sep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Oct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Nov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Owner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Workstream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Aug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Sep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Oct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Nov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Owner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Calendar or schedule slide</a:t>
            </a:r>
          </a:p>
        </p:txBody>
      </p:sp>
      <p:graphicFrame>
        <p:nvGraphicFramePr>
          <p:cNvPr id="3" name="Table Placeholder 2"/>
          <p:cNvGraphicFramePr>
            <a:graphicFrameLocks noGrp="1"/>
          </p:cNvGraphicFramePr>
          <p:nvPr>
            <p:ph type="tbl" idx="10"/>
          </p:nvPr>
        </p:nvGraphicFramePr>
        <p:xfrm>
          <a:off x="685800" y="1325880"/>
          <a:ext cx="1081735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2892"/>
                <a:gridCol w="1802892"/>
                <a:gridCol w="1802892"/>
                <a:gridCol w="1802892"/>
                <a:gridCol w="1802892"/>
                <a:gridCol w="1802892"/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Date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Activity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Location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Notes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Date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Activity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Owner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Location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On track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Notes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Date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Activity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Owner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Location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Notes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Date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Activity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Owner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Location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Open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Notes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RACI slide</a:t>
            </a:r>
          </a:p>
        </p:txBody>
      </p:sp>
      <p:graphicFrame>
        <p:nvGraphicFramePr>
          <p:cNvPr id="3" name="Table Placeholder 2"/>
          <p:cNvGraphicFramePr>
            <a:graphicFrameLocks noGrp="1"/>
          </p:cNvGraphicFramePr>
          <p:nvPr>
            <p:ph type="tbl" idx="10"/>
          </p:nvPr>
        </p:nvGraphicFramePr>
        <p:xfrm>
          <a:off x="685800" y="1325880"/>
          <a:ext cx="10817352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Task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Product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Sales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Finance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Operations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Task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Product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Sales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Finance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Operations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Task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Product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Sales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Finance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Operations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Task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Product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Sales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Finance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Operations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Task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Product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Sales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Finance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Operations 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Risk-register slide</a:t>
            </a:r>
          </a:p>
        </p:txBody>
      </p:sp>
      <p:graphicFrame>
        <p:nvGraphicFramePr>
          <p:cNvPr id="3" name="Table Placeholder 2"/>
          <p:cNvGraphicFramePr>
            <a:graphicFrameLocks noGrp="1"/>
          </p:cNvGraphicFramePr>
          <p:nvPr>
            <p:ph type="tbl" idx="10"/>
          </p:nvPr>
        </p:nvGraphicFramePr>
        <p:xfrm>
          <a:off x="685800" y="1325880"/>
          <a:ext cx="1081735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5336"/>
                <a:gridCol w="1545336"/>
                <a:gridCol w="1545336"/>
                <a:gridCol w="1545336"/>
                <a:gridCol w="1545336"/>
                <a:gridCol w="1545336"/>
                <a:gridCol w="1545336"/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Risk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Likelihood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Impact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Mitigation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Review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Risk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Likelihood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Impact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On track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Mitigation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Owner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Review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Risk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Likelihood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Impact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Mitigation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Owner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Review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Risk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Likelihood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Impact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Open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Mitigation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Owner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Review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Issue, action and status tracker</a:t>
            </a:r>
          </a:p>
        </p:txBody>
      </p:sp>
      <p:graphicFrame>
        <p:nvGraphicFramePr>
          <p:cNvPr id="3" name="Table Placeholder 2"/>
          <p:cNvGraphicFramePr>
            <a:graphicFrameLocks noGrp="1"/>
          </p:cNvGraphicFramePr>
          <p:nvPr>
            <p:ph type="tbl" idx="10"/>
          </p:nvPr>
        </p:nvGraphicFramePr>
        <p:xfrm>
          <a:off x="685800" y="1325880"/>
          <a:ext cx="10817352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5336"/>
                <a:gridCol w="1545336"/>
                <a:gridCol w="1545336"/>
                <a:gridCol w="1545336"/>
                <a:gridCol w="1545336"/>
                <a:gridCol w="1545336"/>
                <a:gridCol w="1545336"/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Type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Description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Owner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Due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Update</a:t>
                      </a:r>
                    </a:p>
                  </a:txBody>
                  <a:tcPr marL="73152" marR="73152" marT="36576" marB="36576">
                    <a:solidFill>
                      <a:srgbClr val="17324D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Item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Type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Description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Owner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Due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On track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Update 1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Item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Type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Description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Owner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Due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Review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Update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Item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Type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Description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Owner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Due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Open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7324D"/>
                          </a:solidFill>
                          <a:latin typeface="Aptos"/>
                        </a:rPr>
                        <a:t>Update 3</a:t>
                      </a:r>
                    </a:p>
                  </a:txBody>
                  <a:tcPr marL="73152" marR="73152" marT="36576" marB="36576">
                    <a:solidFill>
                      <a:srgbClr val="EEF2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Next-steps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01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Action · Owner · Date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02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Action · Owner · Date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2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03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Action · Owner · Date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3"/>
          </p:nvPr>
        </p:nvSpPr>
        <p:spPr>
          <a:solidFill>
            <a:srgbClr val="EEF2F5"/>
          </a:solidFill>
          <a:ln w="9525">
            <a:solidFill>
              <a:srgbClr val="A7B3BF"/>
            </a:solidFill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04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Action · Owner · Date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ctr">
              <a:spcAft>
                <a:spcPts val="500"/>
              </a:spcAft>
              <a:buNone/>
            </a:pPr>
            <a:r>
              <a:rPr sz="3400" b="1">
                <a:solidFill>
                  <a:srgbClr val="17324D"/>
                </a:solidFill>
                <a:latin typeface="Aptos"/>
              </a:rPr>
              <a:t>Q&amp;A slide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Thank-you and contact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Presenter name · Role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email@example.com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2800" b="1">
                <a:solidFill>
                  <a:srgbClr val="17324D"/>
                </a:solidFill>
                <a:latin typeface="Aptos"/>
              </a:rPr>
              <a:t>Sources, notes and legal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/>
          </p:nvPr>
        </p:nvSpPr>
        <p:spPr>
          <a:noFill/>
          <a:ln>
            <a:noFill/>
          </a:ln>
        </p:spPr>
        <p:txBody>
          <a:bodyPr wrap="square" lIns="128016" rIns="128016" tIns="73152" bIns="73152" anchor="ctr"/>
          <a:lstStyle/>
          <a:p>
            <a:pPr algn="l">
              <a:spcAft>
                <a:spcPts val="500"/>
              </a:spcAft>
              <a:buNone/>
            </a:pPr>
            <a:r>
              <a:rPr sz="1800" b="1">
                <a:solidFill>
                  <a:srgbClr val="17324D"/>
                </a:solidFill>
                <a:latin typeface="Aptos"/>
              </a:rPr>
              <a:t>Sources</a:t>
            </a: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1. Author, title, date</a:t>
            </a:r>
          </a:p>
          <a:p>
            <a:pPr algn="l">
              <a:spcAft>
                <a:spcPts val="200"/>
              </a:spcAft>
              <a:buNone/>
            </a:pPr>
          </a:p>
          <a:p>
            <a:pPr algn="l">
              <a:spcAft>
                <a:spcPts val="200"/>
              </a:spcAft>
              <a:buNone/>
            </a:pPr>
            <a:r>
              <a:rPr sz="1300" b="0">
                <a:solidFill>
                  <a:srgbClr val="536273"/>
                </a:solidFill>
                <a:latin typeface="Aptos"/>
              </a:rPr>
              <a:t>Methodology or legal text when required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Plain fallback">
  <a:themeElements>
    <a:clrScheme name="Plain fallback">
      <a:dk1>
        <a:srgbClr val="17324D"/>
      </a:dk1>
      <a:lt1>
        <a:srgbClr val="FFFFFF"/>
      </a:lt1>
      <a:dk2>
        <a:srgbClr val="536273"/>
      </a:dk2>
      <a:lt2>
        <a:srgbClr val="EEF2F5"/>
      </a:lt2>
      <a:accent1>
        <a:srgbClr val="2F80ED"/>
      </a:accent1>
      <a:accent2>
        <a:srgbClr val="17324D"/>
      </a:accent2>
      <a:accent3>
        <a:srgbClr val="2E8B57"/>
      </a:accent3>
      <a:accent4>
        <a:srgbClr val="D97B29"/>
      </a:accent4>
      <a:accent5>
        <a:srgbClr val="C63C43"/>
      </a:accent5>
      <a:accent6>
        <a:srgbClr val="A7B3BF"/>
      </a:accent6>
      <a:hlink>
        <a:srgbClr val="0000FF"/>
      </a:hlink>
      <a:folHlink>
        <a:srgbClr val="800080"/>
      </a:folHlink>
    </a:clrScheme>
    <a:fontScheme name="Office">
      <a:majorFont>
        <a:latin typeface="Aptos Display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Plain fallback PowerPoint layouts</dc:title>
  <dc:subject>100 opt-in corporate slide layout examples</dc:subject>
  <dc:creator>brand-faithful-pptx</dc:creator>
  <cp:keywords/>
  <dc:description>Fallback layouts require explicit user approval before use.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